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73" r:id="rId4"/>
    <p:sldId id="276" r:id="rId5"/>
    <p:sldId id="274" r:id="rId6"/>
    <p:sldId id="275" r:id="rId7"/>
    <p:sldId id="277" r:id="rId8"/>
    <p:sldId id="278" r:id="rId9"/>
    <p:sldId id="279" r:id="rId10"/>
    <p:sldId id="280" r:id="rId11"/>
    <p:sldId id="282" r:id="rId12"/>
    <p:sldId id="283" r:id="rId13"/>
    <p:sldId id="284" r:id="rId14"/>
    <p:sldId id="286" r:id="rId15"/>
    <p:sldId id="287" r:id="rId16"/>
    <p:sldId id="288" r:id="rId17"/>
    <p:sldId id="262" r:id="rId18"/>
    <p:sldId id="271" r:id="rId19"/>
  </p:sldIdLst>
  <p:sldSz cx="12192000" cy="6858000"/>
  <p:notesSz cx="6858000" cy="9144000"/>
  <p:defaultTextStyle>
    <a:lvl1pPr marL="0" lvl="0" algn="l" defTabSz="914400">
      <a:lnSpc>
        <a:spcPct val="130000"/>
      </a:lnSpc>
      <a:defRPr sz="1800" kern="1200">
        <a:solidFill>
          <a:schemeClr val="tx1"/>
        </a:solidFill>
        <a:latin typeface="微软雅黑"/>
        <a:ea typeface="微软雅黑"/>
      </a:defRPr>
    </a:lvl1pPr>
    <a:lvl2pPr marL="457200" lvl="1" algn="l" defTabSz="914400">
      <a:lnSpc>
        <a:spcPct val="130000"/>
      </a:lnSpc>
      <a:defRPr sz="1800" kern="1200">
        <a:solidFill>
          <a:schemeClr val="tx1"/>
        </a:solidFill>
        <a:latin typeface="微软雅黑"/>
        <a:ea typeface="微软雅黑"/>
      </a:defRPr>
    </a:lvl2pPr>
    <a:lvl3pPr marL="914400" lvl="2" algn="l" defTabSz="914400">
      <a:lnSpc>
        <a:spcPct val="130000"/>
      </a:lnSpc>
      <a:defRPr sz="1800" kern="1200">
        <a:solidFill>
          <a:schemeClr val="tx1"/>
        </a:solidFill>
        <a:latin typeface="微软雅黑"/>
        <a:ea typeface="微软雅黑"/>
      </a:defRPr>
    </a:lvl3pPr>
    <a:lvl4pPr marL="1371600" lvl="3" algn="l" defTabSz="914400">
      <a:lnSpc>
        <a:spcPct val="130000"/>
      </a:lnSpc>
      <a:defRPr sz="1800" kern="1200">
        <a:solidFill>
          <a:schemeClr val="tx1"/>
        </a:solidFill>
        <a:latin typeface="微软雅黑"/>
        <a:ea typeface="微软雅黑"/>
      </a:defRPr>
    </a:lvl4pPr>
    <a:lvl5pPr marL="1828800" lvl="4" algn="l" defTabSz="914400">
      <a:lnSpc>
        <a:spcPct val="130000"/>
      </a:lnSpc>
      <a:defRPr sz="1800" kern="1200">
        <a:solidFill>
          <a:schemeClr val="tx1"/>
        </a:solidFill>
        <a:latin typeface="微软雅黑"/>
        <a:ea typeface="微软雅黑"/>
      </a:defRPr>
    </a:lvl5pPr>
    <a:lvl6pPr marL="2286000" lvl="5" algn="l" defTabSz="914400">
      <a:lnSpc>
        <a:spcPct val="130000"/>
      </a:lnSpc>
      <a:defRPr sz="1800" kern="1200">
        <a:solidFill>
          <a:schemeClr val="tx1"/>
        </a:solidFill>
        <a:latin typeface="微软雅黑"/>
        <a:ea typeface="微软雅黑"/>
      </a:defRPr>
    </a:lvl6pPr>
    <a:lvl7pPr marL="2743200" lvl="6" algn="l" defTabSz="914400">
      <a:lnSpc>
        <a:spcPct val="130000"/>
      </a:lnSpc>
      <a:defRPr sz="1800" kern="1200">
        <a:solidFill>
          <a:schemeClr val="tx1"/>
        </a:solidFill>
        <a:latin typeface="微软雅黑"/>
        <a:ea typeface="微软雅黑"/>
      </a:defRPr>
    </a:lvl7pPr>
    <a:lvl8pPr marL="3200400" lvl="7" algn="l" defTabSz="914400">
      <a:lnSpc>
        <a:spcPct val="130000"/>
      </a:lnSpc>
      <a:defRPr sz="1800" kern="1200">
        <a:solidFill>
          <a:schemeClr val="tx1"/>
        </a:solidFill>
        <a:latin typeface="微软雅黑"/>
        <a:ea typeface="微软雅黑"/>
      </a:defRPr>
    </a:lvl8pPr>
    <a:lvl9pPr marL="3657600" lvl="8" algn="l" defTabSz="914400">
      <a:lnSpc>
        <a:spcPct val="130000"/>
      </a:lnSpc>
      <a:defRPr sz="1800" kern="1200">
        <a:solidFill>
          <a:schemeClr val="tx1"/>
        </a:solidFill>
        <a:latin typeface="微软雅黑"/>
        <a:ea typeface="微软雅黑"/>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8542034-FE4F-4ADA-92B8-4CA66D0F0DF3}" styleName="腾讯文档-基本">
    <a:wholeTbl>
      <a:tcTxStyle>
        <a:fontRef idx="minor"/>
        <a:srgbClr val="000000"/>
      </a:tcTxStyle>
      <a:tcStyle>
        <a:tcBdr>
          <a:left>
            <a:ln w="12700" cmpd="sng">
              <a:solidFill>
                <a:srgbClr val="999999"/>
              </a:solidFill>
            </a:ln>
          </a:left>
          <a:right>
            <a:ln w="12700" cmpd="sng">
              <a:solidFill>
                <a:srgbClr val="999999"/>
              </a:solidFill>
            </a:ln>
          </a:right>
          <a:top>
            <a:ln w="12700" cmpd="sng">
              <a:solidFill>
                <a:srgbClr val="999999"/>
              </a:solidFill>
            </a:ln>
          </a:top>
          <a:bottom>
            <a:ln w="12700" cmpd="sng">
              <a:solidFill>
                <a:srgbClr val="999999"/>
              </a:solidFill>
            </a:ln>
          </a:bottom>
          <a:insideH>
            <a:ln w="12700" cmpd="sng">
              <a:solidFill>
                <a:srgbClr val="999999"/>
              </a:solidFill>
            </a:ln>
          </a:insideH>
          <a:insideV>
            <a:ln w="12700" cmpd="sng">
              <a:solidFill>
                <a:srgbClr val="999999"/>
              </a:solidFill>
            </a:ln>
          </a:insideV>
        </a:tcBdr>
        <a:fill>
          <a:solidFill>
            <a:srgbClr val="FFFFFF"/>
          </a:solid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158" autoAdjust="0"/>
    <p:restoredTop sz="94660"/>
  </p:normalViewPr>
  <p:slideViewPr>
    <p:cSldViewPr snapToGrid="0">
      <p:cViewPr>
        <p:scale>
          <a:sx n="75" d="100"/>
          <a:sy n="75" d="100"/>
        </p:scale>
        <p:origin x="-557" y="-23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F13B20-8BB8-B74B-ADB5-DA5707988F1E}" type="datetimeFigureOut">
              <a:rPr lang="zh-CN" altLang="en-US"/>
              <a:t>2025/12/23</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CN" altLang="en-US"/>
              <a:t>编辑母版文本样式
第二级
第三级
第四级
第五级</a:t>
            </a:r>
            <a:endParaRP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8674F-E567-AA4B-8C16-788D7CE21C4F}" type="slidenum">
              <a:rPr/>
              <a:t>‹#›</a:t>
            </a:fld>
            <a:endParaRPr kumimoji="1" lang="zh-CN" altLang="en-US"/>
          </a:p>
        </p:txBody>
      </p:sp>
    </p:spTree>
    <p:extLst>
      <p:ext uri="{BB962C8B-B14F-4D97-AF65-F5344CB8AC3E}">
        <p14:creationId xmlns:p14="http://schemas.microsoft.com/office/powerpoint/2010/main" val="2993914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973C971-D84A-BE0F-801D-060D6EC1A282}"/>
            </a:ext>
          </a:extLst>
        </p:cNvPr>
        <p:cNvGrpSpPr/>
        <p:nvPr/>
      </p:nvGrpSpPr>
      <p:grpSpPr>
        <a:xfrm>
          <a:off x="0" y="0"/>
          <a:ext cx="0" cy="0"/>
          <a:chOff x="0" y="0"/>
          <a:chExt cx="0" cy="0"/>
        </a:xfrm>
      </p:grpSpPr>
      <p:sp>
        <p:nvSpPr>
          <p:cNvPr id="12" name="备注占位符 11">
            <a:extLst>
              <a:ext uri="{FF2B5EF4-FFF2-40B4-BE49-F238E27FC236}">
                <a16:creationId xmlns:a16="http://schemas.microsoft.com/office/drawing/2014/main" xmlns="" id="{735B7511-C881-3900-0745-9CEBCE687122}"/>
              </a:ext>
            </a:extLst>
          </p:cNvPr>
          <p:cNvSpPr>
            <a:spLocks noGrp="1"/>
          </p:cNvSpPr>
          <p:nvPr>
            <p:ph type="body" idx="1"/>
          </p:nvPr>
        </p:nvSpPr>
        <p:spPr/>
        <p:txBody>
          <a:bodyPr/>
          <a:lstStyle/>
          <a:p>
            <a:endParaRPr lang="zh-CN" altLang="zh-CN" dirty="0"/>
          </a:p>
        </p:txBody>
      </p:sp>
    </p:spTree>
    <p:extLst>
      <p:ext uri="{BB962C8B-B14F-4D97-AF65-F5344CB8AC3E}">
        <p14:creationId xmlns:p14="http://schemas.microsoft.com/office/powerpoint/2010/main" val="19169515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1AE8B94-70D1-9D0F-3134-602381C7307E}"/>
            </a:ext>
          </a:extLst>
        </p:cNvPr>
        <p:cNvGrpSpPr/>
        <p:nvPr/>
      </p:nvGrpSpPr>
      <p:grpSpPr>
        <a:xfrm>
          <a:off x="0" y="0"/>
          <a:ext cx="0" cy="0"/>
          <a:chOff x="0" y="0"/>
          <a:chExt cx="0" cy="0"/>
        </a:xfrm>
      </p:grpSpPr>
      <p:sp>
        <p:nvSpPr>
          <p:cNvPr id="12" name="备注占位符 11">
            <a:extLst>
              <a:ext uri="{FF2B5EF4-FFF2-40B4-BE49-F238E27FC236}">
                <a16:creationId xmlns:a16="http://schemas.microsoft.com/office/drawing/2014/main" xmlns="" id="{CD55CD33-4E79-9072-6259-64485F0CF015}"/>
              </a:ext>
            </a:extLst>
          </p:cNvPr>
          <p:cNvSpPr>
            <a:spLocks noGrp="1"/>
          </p:cNvSpPr>
          <p:nvPr>
            <p:ph type="body" idx="1"/>
          </p:nvPr>
        </p:nvSpPr>
        <p:spPr/>
        <p:txBody>
          <a:bodyPr/>
          <a:lstStyle/>
          <a:p>
            <a:endParaRPr lang="zh-CN" altLang="zh-CN"/>
          </a:p>
        </p:txBody>
      </p:sp>
    </p:spTree>
    <p:extLst>
      <p:ext uri="{BB962C8B-B14F-4D97-AF65-F5344CB8AC3E}">
        <p14:creationId xmlns:p14="http://schemas.microsoft.com/office/powerpoint/2010/main" val="199764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B8D46F9-B68F-2BC0-504A-4ECF08A7E624}"/>
            </a:ext>
          </a:extLst>
        </p:cNvPr>
        <p:cNvGrpSpPr/>
        <p:nvPr/>
      </p:nvGrpSpPr>
      <p:grpSpPr>
        <a:xfrm>
          <a:off x="0" y="0"/>
          <a:ext cx="0" cy="0"/>
          <a:chOff x="0" y="0"/>
          <a:chExt cx="0" cy="0"/>
        </a:xfrm>
      </p:grpSpPr>
      <p:sp>
        <p:nvSpPr>
          <p:cNvPr id="4" name="备注占位符 3">
            <a:extLst>
              <a:ext uri="{FF2B5EF4-FFF2-40B4-BE49-F238E27FC236}">
                <a16:creationId xmlns:a16="http://schemas.microsoft.com/office/drawing/2014/main" xmlns="" id="{ABC358A5-8352-A325-3EB3-8C1F985D0D4B}"/>
              </a:ext>
            </a:extLst>
          </p:cNvPr>
          <p:cNvSpPr>
            <a:spLocks noGrp="1"/>
          </p:cNvSpPr>
          <p:nvPr>
            <p:ph type="body" idx="1"/>
          </p:nvPr>
        </p:nvSpPr>
        <p:spPr/>
        <p:txBody>
          <a:bodyPr/>
          <a:lstStyle/>
          <a:p>
            <a:endParaRPr lang="zh-CN" altLang="zh-CN"/>
          </a:p>
        </p:txBody>
      </p:sp>
    </p:spTree>
    <p:extLst>
      <p:ext uri="{BB962C8B-B14F-4D97-AF65-F5344CB8AC3E}">
        <p14:creationId xmlns:p14="http://schemas.microsoft.com/office/powerpoint/2010/main" val="3924681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0902EBD-E641-E501-4FC4-CF9C0454475C}"/>
            </a:ext>
          </a:extLst>
        </p:cNvPr>
        <p:cNvGrpSpPr/>
        <p:nvPr/>
      </p:nvGrpSpPr>
      <p:grpSpPr>
        <a:xfrm>
          <a:off x="0" y="0"/>
          <a:ext cx="0" cy="0"/>
          <a:chOff x="0" y="0"/>
          <a:chExt cx="0" cy="0"/>
        </a:xfrm>
      </p:grpSpPr>
      <p:sp>
        <p:nvSpPr>
          <p:cNvPr id="16" name="备注占位符 15">
            <a:extLst>
              <a:ext uri="{FF2B5EF4-FFF2-40B4-BE49-F238E27FC236}">
                <a16:creationId xmlns:a16="http://schemas.microsoft.com/office/drawing/2014/main" xmlns="" id="{E0C86097-3AA1-DBFA-58EF-AF077EBD0089}"/>
              </a:ext>
            </a:extLst>
          </p:cNvPr>
          <p:cNvSpPr>
            <a:spLocks noGrp="1"/>
          </p:cNvSpPr>
          <p:nvPr>
            <p:ph type="body" idx="1"/>
          </p:nvPr>
        </p:nvSpPr>
        <p:spPr/>
        <p:txBody>
          <a:bodyPr/>
          <a:lstStyle/>
          <a:p>
            <a:endParaRPr lang="zh-CN" altLang="zh-CN"/>
          </a:p>
        </p:txBody>
      </p:sp>
    </p:spTree>
    <p:extLst>
      <p:ext uri="{BB962C8B-B14F-4D97-AF65-F5344CB8AC3E}">
        <p14:creationId xmlns:p14="http://schemas.microsoft.com/office/powerpoint/2010/main" val="783948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C690D45-A338-B867-E4A9-CA29580F2C7D}"/>
            </a:ext>
          </a:extLst>
        </p:cNvPr>
        <p:cNvGrpSpPr/>
        <p:nvPr/>
      </p:nvGrpSpPr>
      <p:grpSpPr>
        <a:xfrm>
          <a:off x="0" y="0"/>
          <a:ext cx="0" cy="0"/>
          <a:chOff x="0" y="0"/>
          <a:chExt cx="0" cy="0"/>
        </a:xfrm>
      </p:grpSpPr>
      <p:sp>
        <p:nvSpPr>
          <p:cNvPr id="12" name="备注占位符 11">
            <a:extLst>
              <a:ext uri="{FF2B5EF4-FFF2-40B4-BE49-F238E27FC236}">
                <a16:creationId xmlns:a16="http://schemas.microsoft.com/office/drawing/2014/main" xmlns="" id="{B4326C9B-CF4B-49B9-6550-77D7234BDD28}"/>
              </a:ext>
            </a:extLst>
          </p:cNvPr>
          <p:cNvSpPr>
            <a:spLocks noGrp="1"/>
          </p:cNvSpPr>
          <p:nvPr>
            <p:ph type="body" idx="1"/>
          </p:nvPr>
        </p:nvSpPr>
        <p:spPr/>
        <p:txBody>
          <a:bodyPr/>
          <a:lstStyle/>
          <a:p>
            <a:endParaRPr lang="zh-CN" altLang="zh-CN" dirty="0"/>
          </a:p>
        </p:txBody>
      </p:sp>
    </p:spTree>
    <p:extLst>
      <p:ext uri="{BB962C8B-B14F-4D97-AF65-F5344CB8AC3E}">
        <p14:creationId xmlns:p14="http://schemas.microsoft.com/office/powerpoint/2010/main" val="6642273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0F1B2FE-901C-9D5B-D82C-FF8A48F40885}"/>
            </a:ext>
          </a:extLst>
        </p:cNvPr>
        <p:cNvGrpSpPr/>
        <p:nvPr/>
      </p:nvGrpSpPr>
      <p:grpSpPr>
        <a:xfrm>
          <a:off x="0" y="0"/>
          <a:ext cx="0" cy="0"/>
          <a:chOff x="0" y="0"/>
          <a:chExt cx="0" cy="0"/>
        </a:xfrm>
      </p:grpSpPr>
      <p:sp>
        <p:nvSpPr>
          <p:cNvPr id="18" name="备注占位符 17">
            <a:extLst>
              <a:ext uri="{FF2B5EF4-FFF2-40B4-BE49-F238E27FC236}">
                <a16:creationId xmlns:a16="http://schemas.microsoft.com/office/drawing/2014/main" xmlns="" id="{D065A312-796A-B619-274C-594797D63383}"/>
              </a:ext>
            </a:extLst>
          </p:cNvPr>
          <p:cNvSpPr>
            <a:spLocks noGrp="1"/>
          </p:cNvSpPr>
          <p:nvPr>
            <p:ph type="body" idx="1"/>
          </p:nvPr>
        </p:nvSpPr>
        <p:spPr/>
        <p:txBody>
          <a:bodyPr/>
          <a:lstStyle/>
          <a:p>
            <a:endParaRPr lang="zh-CN" altLang="zh-CN"/>
          </a:p>
        </p:txBody>
      </p:sp>
    </p:spTree>
    <p:extLst>
      <p:ext uri="{BB962C8B-B14F-4D97-AF65-F5344CB8AC3E}">
        <p14:creationId xmlns:p14="http://schemas.microsoft.com/office/powerpoint/2010/main" val="3528078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A97315C-94D4-846D-FBFC-A6239591DE25}"/>
            </a:ext>
          </a:extLst>
        </p:cNvPr>
        <p:cNvGrpSpPr/>
        <p:nvPr/>
      </p:nvGrpSpPr>
      <p:grpSpPr>
        <a:xfrm>
          <a:off x="0" y="0"/>
          <a:ext cx="0" cy="0"/>
          <a:chOff x="0" y="0"/>
          <a:chExt cx="0" cy="0"/>
        </a:xfrm>
      </p:grpSpPr>
      <p:sp>
        <p:nvSpPr>
          <p:cNvPr id="18" name="备注占位符 17">
            <a:extLst>
              <a:ext uri="{FF2B5EF4-FFF2-40B4-BE49-F238E27FC236}">
                <a16:creationId xmlns:a16="http://schemas.microsoft.com/office/drawing/2014/main" xmlns="" id="{F034B132-9837-9B0F-69C4-A5255373D70F}"/>
              </a:ext>
            </a:extLst>
          </p:cNvPr>
          <p:cNvSpPr>
            <a:spLocks noGrp="1"/>
          </p:cNvSpPr>
          <p:nvPr>
            <p:ph type="body" idx="1"/>
          </p:nvPr>
        </p:nvSpPr>
        <p:spPr/>
        <p:txBody>
          <a:bodyPr/>
          <a:lstStyle/>
          <a:p>
            <a:endParaRPr lang="zh-CN" altLang="zh-CN"/>
          </a:p>
        </p:txBody>
      </p:sp>
    </p:spTree>
    <p:extLst>
      <p:ext uri="{BB962C8B-B14F-4D97-AF65-F5344CB8AC3E}">
        <p14:creationId xmlns:p14="http://schemas.microsoft.com/office/powerpoint/2010/main" val="32286825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23D9834-BB1D-20BA-462B-F5034B182BD6}"/>
            </a:ext>
          </a:extLst>
        </p:cNvPr>
        <p:cNvGrpSpPr/>
        <p:nvPr/>
      </p:nvGrpSpPr>
      <p:grpSpPr>
        <a:xfrm>
          <a:off x="0" y="0"/>
          <a:ext cx="0" cy="0"/>
          <a:chOff x="0" y="0"/>
          <a:chExt cx="0" cy="0"/>
        </a:xfrm>
      </p:grpSpPr>
      <p:sp>
        <p:nvSpPr>
          <p:cNvPr id="12" name="备注占位符 11">
            <a:extLst>
              <a:ext uri="{FF2B5EF4-FFF2-40B4-BE49-F238E27FC236}">
                <a16:creationId xmlns:a16="http://schemas.microsoft.com/office/drawing/2014/main" xmlns="" id="{EB528D6F-685B-4178-E546-012084DF7ABE}"/>
              </a:ext>
            </a:extLst>
          </p:cNvPr>
          <p:cNvSpPr>
            <a:spLocks noGrp="1"/>
          </p:cNvSpPr>
          <p:nvPr>
            <p:ph type="body" idx="1"/>
          </p:nvPr>
        </p:nvSpPr>
        <p:spPr/>
        <p:txBody>
          <a:bodyPr/>
          <a:lstStyle/>
          <a:p>
            <a:endParaRPr lang="zh-CN" altLang="zh-CN"/>
          </a:p>
        </p:txBody>
      </p:sp>
    </p:spTree>
    <p:extLst>
      <p:ext uri="{BB962C8B-B14F-4D97-AF65-F5344CB8AC3E}">
        <p14:creationId xmlns:p14="http://schemas.microsoft.com/office/powerpoint/2010/main" val="22189934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FAB300-C3D0-F63F-F6F1-B10B36FF539D}"/>
            </a:ext>
          </a:extLst>
        </p:cNvPr>
        <p:cNvGrpSpPr/>
        <p:nvPr/>
      </p:nvGrpSpPr>
      <p:grpSpPr>
        <a:xfrm>
          <a:off x="0" y="0"/>
          <a:ext cx="0" cy="0"/>
          <a:chOff x="0" y="0"/>
          <a:chExt cx="0" cy="0"/>
        </a:xfrm>
      </p:grpSpPr>
      <p:sp>
        <p:nvSpPr>
          <p:cNvPr id="12" name="备注占位符 11">
            <a:extLst>
              <a:ext uri="{FF2B5EF4-FFF2-40B4-BE49-F238E27FC236}">
                <a16:creationId xmlns:a16="http://schemas.microsoft.com/office/drawing/2014/main" xmlns="" id="{6F1FC661-B143-A8F6-A208-6258D02EF991}"/>
              </a:ext>
            </a:extLst>
          </p:cNvPr>
          <p:cNvSpPr>
            <a:spLocks noGrp="1"/>
          </p:cNvSpPr>
          <p:nvPr>
            <p:ph type="body" idx="1"/>
          </p:nvPr>
        </p:nvSpPr>
        <p:spPr/>
        <p:txBody>
          <a:bodyPr/>
          <a:lstStyle/>
          <a:p>
            <a:endParaRPr lang="zh-CN" altLang="zh-CN"/>
          </a:p>
        </p:txBody>
      </p:sp>
    </p:spTree>
    <p:extLst>
      <p:ext uri="{BB962C8B-B14F-4D97-AF65-F5344CB8AC3E}">
        <p14:creationId xmlns:p14="http://schemas.microsoft.com/office/powerpoint/2010/main" val="36737679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备注占位符 13"/>
          <p:cNvSpPr>
            <a:spLocks noGrp="1"/>
          </p:cNvSpPr>
          <p:nvPr>
            <p:ph type="body" idx="1"/>
          </p:nvPr>
        </p:nvSpPr>
        <p:spPr/>
        <p:txBody>
          <a:bodyPr/>
          <a:lstStyle/>
          <a:p>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备注占位符 9"/>
          <p:cNvSpPr>
            <a:spLocks noGrp="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封面">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470233"/>
            <a:ext cx="9144000" cy="2387600"/>
          </a:xfrm>
          <a:prstGeom prst="rect">
            <a:avLst/>
          </a:prstGeom>
        </p:spPr>
        <p:txBody>
          <a:bodyPr anchor="b"/>
          <a:lstStyle>
            <a:lvl1pPr lvl="0" algn="ctr">
              <a:defRPr sz="6000"/>
            </a:lvl1pPr>
          </a:lstStyle>
          <a:p>
            <a:r>
              <a:rPr lang="zh-CN" altLang="zh-CN"/>
              <a:t>单击此处编辑母版标题样式</a:t>
            </a:r>
            <a:endParaRPr/>
          </a:p>
        </p:txBody>
      </p:sp>
      <p:sp>
        <p:nvSpPr>
          <p:cNvPr id="3" name="副标题 2"/>
          <p:cNvSpPr>
            <a:spLocks noGrp="1"/>
          </p:cNvSpPr>
          <p:nvPr>
            <p:ph type="subTitle" idx="1"/>
          </p:nvPr>
        </p:nvSpPr>
        <p:spPr>
          <a:xfrm>
            <a:off x="1524000" y="3949908"/>
            <a:ext cx="9144000" cy="1655762"/>
          </a:xfrm>
          <a:prstGeom prst="rect">
            <a:avLst/>
          </a:prstGeom>
        </p:spPr>
        <p:txBody>
          <a:bodyPr/>
          <a:lstStyle>
            <a:lvl1pPr marL="0" lvl="0" indent="0" algn="ctr">
              <a:buNone/>
              <a:defRPr sz="2400"/>
            </a:lvl1pPr>
            <a:lvl2pPr marL="457200" lvl="1" indent="0" algn="ctr">
              <a:buNone/>
              <a:defRPr sz="2000"/>
            </a:lvl2pPr>
            <a:lvl3pPr marL="914400" lvl="2" indent="0" algn="ctr">
              <a:buNone/>
              <a:defRPr sz="1800"/>
            </a:lvl3pPr>
            <a:lvl4pPr marL="1371600" lvl="3" indent="0" algn="ctr">
              <a:buNone/>
              <a:defRPr sz="1600"/>
            </a:lvl4pPr>
            <a:lvl5pPr marL="1828800" lvl="4" indent="0" algn="ctr">
              <a:buNone/>
              <a:defRPr sz="1600"/>
            </a:lvl5pPr>
            <a:lvl6pPr marL="2286000" lvl="5" indent="0" algn="ctr">
              <a:buNone/>
              <a:defRPr sz="1600"/>
            </a:lvl6pPr>
            <a:lvl7pPr marL="2743200" lvl="6" indent="0" algn="ctr">
              <a:buNone/>
              <a:defRPr sz="1600"/>
            </a:lvl7pPr>
            <a:lvl8pPr marL="3200400" lvl="7" indent="0" algn="ctr">
              <a:buNone/>
              <a:defRPr sz="1600"/>
            </a:lvl8pPr>
            <a:lvl9pPr marL="3657600" lvl="8" indent="0" algn="ctr">
              <a:buNone/>
              <a:defRPr sz="1600"/>
            </a:lvl9pPr>
          </a:lstStyle>
          <a:p>
            <a:r>
              <a:rPr lang="zh-CN" altLang="zh-CN"/>
              <a:t>单击此处编辑母版副标题样式</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空白页">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19" name="标题 1"/>
          <p:cNvSpPr>
            <a:spLocks noGrp="1"/>
          </p:cNvSpPr>
          <p:nvPr>
            <p:ph type="title"/>
          </p:nvPr>
        </p:nvSpPr>
        <p:spPr>
          <a:xfrm>
            <a:off x="831850" y="1471199"/>
            <a:ext cx="10515600" cy="2852737"/>
          </a:xfrm>
          <a:prstGeom prst="rect">
            <a:avLst/>
          </a:prstGeom>
        </p:spPr>
        <p:txBody>
          <a:bodyPr anchor="b"/>
          <a:lstStyle>
            <a:lvl1pPr lvl="0">
              <a:defRPr sz="6000"/>
            </a:lvl1pPr>
          </a:lstStyle>
          <a:p>
            <a:r>
              <a:rPr lang="zh-CN" altLang="zh-CN"/>
              <a:t>单击此处编辑母版标题样式</a:t>
            </a:r>
            <a:endParaRPr/>
          </a:p>
        </p:txBody>
      </p:sp>
      <p:sp>
        <p:nvSpPr>
          <p:cNvPr id="20" name="文本占位符 2"/>
          <p:cNvSpPr>
            <a:spLocks noGrp="1"/>
          </p:cNvSpPr>
          <p:nvPr>
            <p:ph type="body" idx="1"/>
          </p:nvPr>
        </p:nvSpPr>
        <p:spPr>
          <a:xfrm>
            <a:off x="831850" y="4350924"/>
            <a:ext cx="10515600" cy="1500187"/>
          </a:xfrm>
          <a:prstGeom prst="rect">
            <a:avLst/>
          </a:prstGeom>
        </p:spPr>
        <p:txBody>
          <a:bodyPr/>
          <a:lstStyle>
            <a:lvl1pPr marL="0" lvl="0" indent="0">
              <a:buNone/>
              <a:defRPr sz="2400">
                <a:solidFill>
                  <a:schemeClr val="tx1">
                    <a:tint val="75000"/>
                  </a:schemeClr>
                </a:solidFill>
              </a:defRPr>
            </a:lvl1pPr>
            <a:lvl2pPr marL="457200" lvl="1" indent="0">
              <a:buNone/>
              <a:defRPr sz="2000">
                <a:solidFill>
                  <a:schemeClr val="tx1">
                    <a:tint val="75000"/>
                  </a:schemeClr>
                </a:solidFill>
              </a:defRPr>
            </a:lvl2pPr>
            <a:lvl3pPr marL="914400" lvl="2" indent="0">
              <a:buNone/>
              <a:defRPr sz="1800">
                <a:solidFill>
                  <a:schemeClr val="tx1">
                    <a:tint val="75000"/>
                  </a:schemeClr>
                </a:solidFill>
              </a:defRPr>
            </a:lvl3pPr>
            <a:lvl4pPr marL="1371600" lvl="3" indent="0">
              <a:buNone/>
              <a:defRPr sz="1600">
                <a:solidFill>
                  <a:schemeClr val="tx1">
                    <a:tint val="75000"/>
                  </a:schemeClr>
                </a:solidFill>
              </a:defRPr>
            </a:lvl4pPr>
            <a:lvl5pPr marL="1828800" lvl="4" indent="0">
              <a:buNone/>
              <a:defRPr sz="1600">
                <a:solidFill>
                  <a:schemeClr val="tx1">
                    <a:tint val="75000"/>
                  </a:schemeClr>
                </a:solidFill>
              </a:defRPr>
            </a:lvl5pPr>
            <a:lvl6pPr marL="2286000" lvl="5" indent="0">
              <a:buNone/>
              <a:defRPr sz="1600">
                <a:solidFill>
                  <a:schemeClr val="tx1">
                    <a:tint val="75000"/>
                  </a:schemeClr>
                </a:solidFill>
              </a:defRPr>
            </a:lvl6pPr>
            <a:lvl7pPr marL="2743200" lvl="6" indent="0">
              <a:buNone/>
              <a:defRPr sz="1600">
                <a:solidFill>
                  <a:schemeClr val="tx1">
                    <a:tint val="75000"/>
                  </a:schemeClr>
                </a:solidFill>
              </a:defRPr>
            </a:lvl7pPr>
            <a:lvl8pPr marL="3200400" lvl="7" indent="0">
              <a:buNone/>
              <a:defRPr sz="1600">
                <a:solidFill>
                  <a:schemeClr val="tx1">
                    <a:tint val="75000"/>
                  </a:schemeClr>
                </a:solidFill>
              </a:defRPr>
            </a:lvl8pPr>
            <a:lvl9pPr marL="3657600" lvl="8" indent="0">
              <a:buNone/>
              <a:defRPr sz="1600">
                <a:solidFill>
                  <a:schemeClr val="tx1">
                    <a:tint val="75000"/>
                  </a:schemeClr>
                </a:solidFill>
              </a:defRPr>
            </a:lvl9pPr>
          </a:lstStyle>
          <a:p>
            <a:pPr lvl="0"/>
            <a:r>
              <a:rPr lang="zh-CN" altLang="zh-CN"/>
              <a:t>单击此处编辑母版文本样式</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两栏内容">
    <p:spTree>
      <p:nvGrpSpPr>
        <p:cNvPr id="1" name=""/>
        <p:cNvGrpSpPr/>
        <p:nvPr/>
      </p:nvGrpSpPr>
      <p:grpSpPr>
        <a:xfrm>
          <a:off x="0" y="0"/>
          <a:ext cx="0" cy="0"/>
          <a:chOff x="0" y="0"/>
          <a:chExt cx="0" cy="0"/>
        </a:xfrm>
      </p:grpSpPr>
      <p:sp>
        <p:nvSpPr>
          <p:cNvPr id="22" name="标题 1"/>
          <p:cNvSpPr>
            <a:spLocks noGrp="1"/>
          </p:cNvSpPr>
          <p:nvPr>
            <p:ph type="title"/>
          </p:nvPr>
        </p:nvSpPr>
        <p:spPr>
          <a:prstGeom prst="rect">
            <a:avLst/>
          </a:prstGeom>
        </p:spPr>
        <p:txBody>
          <a:bodyPr/>
          <a:lstStyle/>
          <a:p>
            <a:r>
              <a:rPr lang="zh-CN" altLang="zh-CN"/>
              <a:t>单击此处编辑母版标题样式</a:t>
            </a:r>
            <a:endParaRPr/>
          </a:p>
        </p:txBody>
      </p:sp>
      <p:sp>
        <p:nvSpPr>
          <p:cNvPr id="23" name="内容占位符 2"/>
          <p:cNvSpPr>
            <a:spLocks noGrp="1"/>
          </p:cNvSpPr>
          <p:nvPr>
            <p:ph idx="1"/>
          </p:nvPr>
        </p:nvSpPr>
        <p:spPr>
          <a:xfrm>
            <a:off x="838200" y="1825625"/>
            <a:ext cx="5181600" cy="4351338"/>
          </a:xfrm>
          <a:prstGeom prst="rect">
            <a:avLst/>
          </a:prstGeom>
        </p:spPr>
        <p:txBody>
          <a:bodyPr/>
          <a:lstStyle/>
          <a:p>
            <a:pPr lvl="0"/>
            <a:r>
              <a:rPr lang="zh-CN" altLang="zh-CN"/>
              <a:t>单击此处编辑母版文本样式</a:t>
            </a:r>
            <a:endParaRPr/>
          </a:p>
          <a:p>
            <a:pPr lvl="1"/>
            <a:r>
              <a:rPr lang="zh-CN" altLang="zh-CN"/>
              <a:t>二级</a:t>
            </a:r>
            <a:endParaRPr/>
          </a:p>
          <a:p>
            <a:pPr lvl="2"/>
            <a:r>
              <a:rPr lang="zh-CN" altLang="zh-CN"/>
              <a:t>三级</a:t>
            </a:r>
            <a:endParaRPr/>
          </a:p>
          <a:p>
            <a:pPr lvl="3"/>
            <a:r>
              <a:rPr lang="zh-CN" altLang="zh-CN"/>
              <a:t>四级</a:t>
            </a:r>
            <a:endParaRPr/>
          </a:p>
          <a:p>
            <a:pPr lvl="4"/>
            <a:r>
              <a:rPr lang="zh-CN" altLang="zh-CN"/>
              <a:t>五级</a:t>
            </a:r>
            <a:endParaRPr/>
          </a:p>
        </p:txBody>
      </p:sp>
      <p:sp>
        <p:nvSpPr>
          <p:cNvPr id="24" name="内容占位符 3"/>
          <p:cNvSpPr>
            <a:spLocks noGrp="1"/>
          </p:cNvSpPr>
          <p:nvPr>
            <p:ph idx="2"/>
          </p:nvPr>
        </p:nvSpPr>
        <p:spPr>
          <a:xfrm>
            <a:off x="6172200" y="1825625"/>
            <a:ext cx="5181600" cy="4351338"/>
          </a:xfrm>
          <a:prstGeom prst="rect">
            <a:avLst/>
          </a:prstGeom>
        </p:spPr>
        <p:txBody>
          <a:bodyPr/>
          <a:lstStyle/>
          <a:p>
            <a:pPr lvl="0"/>
            <a:r>
              <a:rPr lang="zh-CN" altLang="zh-CN"/>
              <a:t>单击此处编辑母版文本样式</a:t>
            </a:r>
            <a:endParaRPr/>
          </a:p>
          <a:p>
            <a:pPr lvl="1"/>
            <a:r>
              <a:rPr lang="zh-CN" altLang="zh-CN"/>
              <a:t>二级</a:t>
            </a:r>
            <a:endParaRPr/>
          </a:p>
          <a:p>
            <a:pPr lvl="2"/>
            <a:r>
              <a:rPr lang="zh-CN" altLang="zh-CN"/>
              <a:t>三级</a:t>
            </a:r>
            <a:endParaRPr/>
          </a:p>
          <a:p>
            <a:pPr lvl="3"/>
            <a:r>
              <a:rPr lang="zh-CN" altLang="zh-CN"/>
              <a:t>四级</a:t>
            </a:r>
            <a:endParaRPr/>
          </a:p>
          <a:p>
            <a:pPr lvl="4"/>
            <a:r>
              <a:rPr lang="zh-CN" altLang="zh-CN"/>
              <a:t>五级</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对比内容">
    <p:spTree>
      <p:nvGrpSpPr>
        <p:cNvPr id="1" name=""/>
        <p:cNvGrpSpPr/>
        <p:nvPr/>
      </p:nvGrpSpPr>
      <p:grpSpPr>
        <a:xfrm>
          <a:off x="0" y="0"/>
          <a:ext cx="0" cy="0"/>
          <a:chOff x="0" y="0"/>
          <a:chExt cx="0" cy="0"/>
        </a:xfrm>
      </p:grpSpPr>
      <p:sp>
        <p:nvSpPr>
          <p:cNvPr id="26" name="标题 1"/>
          <p:cNvSpPr>
            <a:spLocks noGrp="1"/>
          </p:cNvSpPr>
          <p:nvPr>
            <p:ph type="title"/>
          </p:nvPr>
        </p:nvSpPr>
        <p:spPr>
          <a:xfrm>
            <a:off x="839788" y="365125"/>
            <a:ext cx="10515600" cy="1325563"/>
          </a:xfrm>
          <a:prstGeom prst="rect">
            <a:avLst/>
          </a:prstGeom>
        </p:spPr>
        <p:txBody>
          <a:bodyPr/>
          <a:lstStyle/>
          <a:p>
            <a:r>
              <a:rPr lang="zh-CN" altLang="zh-CN"/>
              <a:t>单击此处编辑母版标题样式</a:t>
            </a:r>
            <a:endParaRPr/>
          </a:p>
        </p:txBody>
      </p:sp>
      <p:sp>
        <p:nvSpPr>
          <p:cNvPr id="27" name="文本占位符 2"/>
          <p:cNvSpPr>
            <a:spLocks noGrp="1"/>
          </p:cNvSpPr>
          <p:nvPr>
            <p:ph type="body" idx="1"/>
          </p:nvPr>
        </p:nvSpPr>
        <p:spPr>
          <a:xfrm>
            <a:off x="839788" y="1681163"/>
            <a:ext cx="5157787" cy="823912"/>
          </a:xfrm>
          <a:prstGeom prst="rect">
            <a:avLst/>
          </a:prstGeom>
        </p:spPr>
        <p:txBody>
          <a:bodyPr anchor="b"/>
          <a:lstStyle>
            <a:lvl1pPr marL="0" lvl="0" indent="0">
              <a:buNone/>
              <a:defRPr sz="2400" b="1"/>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zh-CN" altLang="zh-CN"/>
              <a:t>单击此处编辑母版文本样式</a:t>
            </a:r>
            <a:endParaRPr/>
          </a:p>
        </p:txBody>
      </p:sp>
      <p:sp>
        <p:nvSpPr>
          <p:cNvPr id="28" name="内容占位符 3"/>
          <p:cNvSpPr>
            <a:spLocks noGrp="1"/>
          </p:cNvSpPr>
          <p:nvPr>
            <p:ph idx="2"/>
          </p:nvPr>
        </p:nvSpPr>
        <p:spPr>
          <a:xfrm>
            <a:off x="839788" y="2505075"/>
            <a:ext cx="5157787" cy="3684588"/>
          </a:xfrm>
          <a:prstGeom prst="rect">
            <a:avLst/>
          </a:prstGeom>
        </p:spPr>
        <p:txBody>
          <a:bodyPr/>
          <a:lstStyle/>
          <a:p>
            <a:pPr lvl="0"/>
            <a:r>
              <a:rPr lang="zh-CN" altLang="zh-CN"/>
              <a:t>单击此处编辑母版文本样式</a:t>
            </a:r>
            <a:endParaRPr/>
          </a:p>
          <a:p>
            <a:pPr lvl="1"/>
            <a:r>
              <a:rPr lang="zh-CN" altLang="zh-CN"/>
              <a:t>二级</a:t>
            </a:r>
            <a:endParaRPr/>
          </a:p>
          <a:p>
            <a:pPr lvl="2"/>
            <a:r>
              <a:rPr lang="zh-CN" altLang="zh-CN"/>
              <a:t>三级</a:t>
            </a:r>
            <a:endParaRPr/>
          </a:p>
          <a:p>
            <a:pPr lvl="3"/>
            <a:r>
              <a:rPr lang="zh-CN" altLang="zh-CN"/>
              <a:t>四级</a:t>
            </a:r>
            <a:endParaRPr/>
          </a:p>
          <a:p>
            <a:pPr lvl="4"/>
            <a:r>
              <a:rPr lang="zh-CN" altLang="zh-CN"/>
              <a:t>五级</a:t>
            </a:r>
            <a:endParaRPr/>
          </a:p>
        </p:txBody>
      </p:sp>
      <p:sp>
        <p:nvSpPr>
          <p:cNvPr id="29" name="文本占位符 4"/>
          <p:cNvSpPr>
            <a:spLocks noGrp="1"/>
          </p:cNvSpPr>
          <p:nvPr>
            <p:ph type="body" idx="3"/>
          </p:nvPr>
        </p:nvSpPr>
        <p:spPr>
          <a:xfrm>
            <a:off x="6172200" y="1681163"/>
            <a:ext cx="5183188" cy="823912"/>
          </a:xfrm>
          <a:prstGeom prst="rect">
            <a:avLst/>
          </a:prstGeom>
        </p:spPr>
        <p:txBody>
          <a:bodyPr anchor="b"/>
          <a:lstStyle>
            <a:lvl1pPr marL="0" lvl="0" indent="0">
              <a:buNone/>
              <a:defRPr sz="2400" b="1"/>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zh-CN" altLang="zh-CN"/>
              <a:t>单击此处编辑母版文本样式</a:t>
            </a:r>
            <a:endParaRPr/>
          </a:p>
        </p:txBody>
      </p:sp>
      <p:sp>
        <p:nvSpPr>
          <p:cNvPr id="30" name="内容占位符 5"/>
          <p:cNvSpPr>
            <a:spLocks noGrp="1"/>
          </p:cNvSpPr>
          <p:nvPr>
            <p:ph idx="4"/>
          </p:nvPr>
        </p:nvSpPr>
        <p:spPr>
          <a:xfrm>
            <a:off x="6172200" y="2505075"/>
            <a:ext cx="5183188" cy="3684588"/>
          </a:xfrm>
          <a:prstGeom prst="rect">
            <a:avLst/>
          </a:prstGeom>
        </p:spPr>
        <p:txBody>
          <a:bodyPr/>
          <a:lstStyle/>
          <a:p>
            <a:pPr lvl="0"/>
            <a:r>
              <a:rPr lang="zh-CN" altLang="zh-CN"/>
              <a:t>单击此处编辑母版文本样式</a:t>
            </a:r>
            <a:endParaRPr/>
          </a:p>
          <a:p>
            <a:pPr lvl="1"/>
            <a:r>
              <a:rPr lang="zh-CN" altLang="zh-CN"/>
              <a:t>二级</a:t>
            </a:r>
            <a:endParaRPr/>
          </a:p>
          <a:p>
            <a:pPr lvl="2"/>
            <a:r>
              <a:rPr lang="zh-CN" altLang="zh-CN"/>
              <a:t>三级</a:t>
            </a:r>
            <a:endParaRPr/>
          </a:p>
          <a:p>
            <a:pPr lvl="3"/>
            <a:r>
              <a:rPr lang="zh-CN" altLang="zh-CN"/>
              <a:t>四级</a:t>
            </a:r>
            <a:endParaRPr/>
          </a:p>
          <a:p>
            <a:pPr lvl="4"/>
            <a:r>
              <a:rPr lang="zh-CN" altLang="zh-CN"/>
              <a:t>五级</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内容与标题">
    <p:spTree>
      <p:nvGrpSpPr>
        <p:cNvPr id="1" name=""/>
        <p:cNvGrpSpPr/>
        <p:nvPr/>
      </p:nvGrpSpPr>
      <p:grpSpPr>
        <a:xfrm>
          <a:off x="0" y="0"/>
          <a:ext cx="0" cy="0"/>
          <a:chOff x="0" y="0"/>
          <a:chExt cx="0" cy="0"/>
        </a:xfrm>
      </p:grpSpPr>
      <p:sp>
        <p:nvSpPr>
          <p:cNvPr id="32" name="标题 1"/>
          <p:cNvSpPr>
            <a:spLocks noGrp="1"/>
          </p:cNvSpPr>
          <p:nvPr>
            <p:ph type="title"/>
          </p:nvPr>
        </p:nvSpPr>
        <p:spPr>
          <a:xfrm>
            <a:off x="839788" y="723106"/>
            <a:ext cx="3932237" cy="1600200"/>
          </a:xfrm>
          <a:prstGeom prst="rect">
            <a:avLst/>
          </a:prstGeom>
        </p:spPr>
        <p:txBody>
          <a:bodyPr anchor="b"/>
          <a:lstStyle>
            <a:lvl1pPr lvl="0">
              <a:defRPr sz="3200"/>
            </a:lvl1pPr>
          </a:lstStyle>
          <a:p>
            <a:r>
              <a:rPr lang="zh-CN" altLang="zh-CN"/>
              <a:t>单击此处编辑母版标题样式</a:t>
            </a:r>
            <a:endParaRPr/>
          </a:p>
        </p:txBody>
      </p:sp>
      <p:sp>
        <p:nvSpPr>
          <p:cNvPr id="33" name="内容占位符 2"/>
          <p:cNvSpPr>
            <a:spLocks noGrp="1"/>
          </p:cNvSpPr>
          <p:nvPr>
            <p:ph idx="1"/>
          </p:nvPr>
        </p:nvSpPr>
        <p:spPr>
          <a:xfrm>
            <a:off x="5183188" y="723106"/>
            <a:ext cx="6172200" cy="5411787"/>
          </a:xfrm>
          <a:prstGeom prst="rect">
            <a:avLst/>
          </a:prstGeom>
        </p:spPr>
        <p:txBody>
          <a:bodyPr/>
          <a:lstStyle>
            <a:lvl1pPr lvl="0">
              <a:defRPr sz="3200"/>
            </a:lvl1pPr>
            <a:lvl2pPr lvl="1">
              <a:defRPr sz="2800"/>
            </a:lvl2pPr>
            <a:lvl3pPr lvl="2">
              <a:defRPr sz="2400"/>
            </a:lvl3pPr>
            <a:lvl4pPr lvl="3">
              <a:defRPr sz="2000"/>
            </a:lvl4pPr>
            <a:lvl5pPr lvl="4">
              <a:defRPr sz="2000"/>
            </a:lvl5pPr>
            <a:lvl6pPr lvl="5">
              <a:defRPr sz="2000"/>
            </a:lvl6pPr>
            <a:lvl7pPr lvl="6">
              <a:defRPr sz="2000"/>
            </a:lvl7pPr>
            <a:lvl8pPr lvl="7">
              <a:defRPr sz="2000"/>
            </a:lvl8pPr>
            <a:lvl9pPr lvl="8">
              <a:defRPr sz="2000"/>
            </a:lvl9pPr>
          </a:lstStyle>
          <a:p>
            <a:pPr lvl="0"/>
            <a:r>
              <a:rPr lang="zh-CN" altLang="zh-CN"/>
              <a:t>单击此处编辑母版文本样式</a:t>
            </a:r>
            <a:endParaRPr/>
          </a:p>
          <a:p>
            <a:pPr lvl="1"/>
            <a:r>
              <a:rPr lang="zh-CN" altLang="zh-CN"/>
              <a:t>二级</a:t>
            </a:r>
            <a:endParaRPr/>
          </a:p>
          <a:p>
            <a:pPr lvl="2"/>
            <a:r>
              <a:rPr lang="zh-CN" altLang="zh-CN"/>
              <a:t>三级</a:t>
            </a:r>
            <a:endParaRPr/>
          </a:p>
          <a:p>
            <a:pPr lvl="3"/>
            <a:r>
              <a:rPr lang="zh-CN" altLang="zh-CN"/>
              <a:t>四级</a:t>
            </a:r>
            <a:endParaRPr/>
          </a:p>
          <a:p>
            <a:pPr lvl="4"/>
            <a:r>
              <a:rPr lang="zh-CN" altLang="zh-CN"/>
              <a:t>五级</a:t>
            </a:r>
            <a:endParaRPr/>
          </a:p>
        </p:txBody>
      </p:sp>
      <p:sp>
        <p:nvSpPr>
          <p:cNvPr id="34" name="文本占位符 3"/>
          <p:cNvSpPr>
            <a:spLocks noGrp="1"/>
          </p:cNvSpPr>
          <p:nvPr>
            <p:ph type="body" idx="2"/>
          </p:nvPr>
        </p:nvSpPr>
        <p:spPr>
          <a:xfrm>
            <a:off x="839788" y="2323306"/>
            <a:ext cx="3932237" cy="3811588"/>
          </a:xfrm>
          <a:prstGeom prst="rect">
            <a:avLst/>
          </a:prstGeo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ltLang="zh-CN"/>
              <a:t>单击此处编辑母版文本样式</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图片与标题">
    <p:spTree>
      <p:nvGrpSpPr>
        <p:cNvPr id="1" name=""/>
        <p:cNvGrpSpPr/>
        <p:nvPr/>
      </p:nvGrpSpPr>
      <p:grpSpPr>
        <a:xfrm>
          <a:off x="0" y="0"/>
          <a:ext cx="0" cy="0"/>
          <a:chOff x="0" y="0"/>
          <a:chExt cx="0" cy="0"/>
        </a:xfrm>
      </p:grpSpPr>
      <p:sp>
        <p:nvSpPr>
          <p:cNvPr id="36" name="标题 1"/>
          <p:cNvSpPr>
            <a:spLocks noGrp="1"/>
          </p:cNvSpPr>
          <p:nvPr>
            <p:ph type="title"/>
          </p:nvPr>
        </p:nvSpPr>
        <p:spPr>
          <a:xfrm>
            <a:off x="839788" y="727074"/>
            <a:ext cx="3932237" cy="1600200"/>
          </a:xfrm>
          <a:prstGeom prst="rect">
            <a:avLst/>
          </a:prstGeom>
        </p:spPr>
        <p:txBody>
          <a:bodyPr anchor="b"/>
          <a:lstStyle>
            <a:lvl1pPr lvl="0">
              <a:defRPr sz="3200"/>
            </a:lvl1pPr>
          </a:lstStyle>
          <a:p>
            <a:r>
              <a:rPr lang="zh-CN" altLang="zh-CN"/>
              <a:t>单击此处编辑母版标题样式</a:t>
            </a:r>
            <a:endParaRPr/>
          </a:p>
        </p:txBody>
      </p:sp>
      <p:sp>
        <p:nvSpPr>
          <p:cNvPr id="37" name="图片占位符 2"/>
          <p:cNvSpPr>
            <a:spLocks noGrp="1"/>
          </p:cNvSpPr>
          <p:nvPr>
            <p:ph type="pic" idx="1"/>
          </p:nvPr>
        </p:nvSpPr>
        <p:spPr>
          <a:xfrm>
            <a:off x="5183188" y="727075"/>
            <a:ext cx="6172200" cy="5403850"/>
          </a:xfrm>
          <a:prstGeom prst="rect">
            <a:avLst/>
          </a:prstGeom>
        </p:spPr>
        <p:txBody>
          <a:bodyPr/>
          <a:lstStyle>
            <a:lvl1pPr marL="0" lvl="0" indent="0">
              <a:buNone/>
              <a:defRPr sz="3200"/>
            </a:lvl1pPr>
            <a:lvl2pPr marL="457200" lvl="1" indent="0">
              <a:buNone/>
              <a:defRPr sz="2800"/>
            </a:lvl2pPr>
            <a:lvl3pPr marL="914400" lvl="2" indent="0">
              <a:buNone/>
              <a:defRPr sz="2400"/>
            </a:lvl3pPr>
            <a:lvl4pPr marL="1371600" lvl="3" indent="0">
              <a:buNone/>
              <a:defRPr sz="2000"/>
            </a:lvl4pPr>
            <a:lvl5pPr marL="1828800" lvl="4" indent="0">
              <a:buNone/>
              <a:defRPr sz="2000"/>
            </a:lvl5pPr>
            <a:lvl6pPr marL="2286000" lvl="5" indent="0">
              <a:buNone/>
              <a:defRPr sz="2000"/>
            </a:lvl6pPr>
            <a:lvl7pPr marL="2743200" lvl="6" indent="0">
              <a:buNone/>
              <a:defRPr sz="2000"/>
            </a:lvl7pPr>
            <a:lvl8pPr marL="3200400" lvl="7" indent="0">
              <a:buNone/>
              <a:defRPr sz="2000"/>
            </a:lvl8pPr>
            <a:lvl9pPr marL="3657600" lvl="8" indent="0">
              <a:buNone/>
              <a:defRPr sz="2000"/>
            </a:lvl9pPr>
          </a:lstStyle>
          <a:p>
            <a:endParaRPr lang="zh-CN" altLang="zh-CN"/>
          </a:p>
        </p:txBody>
      </p:sp>
      <p:sp>
        <p:nvSpPr>
          <p:cNvPr id="38" name="文本占位符 3"/>
          <p:cNvSpPr>
            <a:spLocks noGrp="1"/>
          </p:cNvSpPr>
          <p:nvPr>
            <p:ph type="body" idx="2"/>
          </p:nvPr>
        </p:nvSpPr>
        <p:spPr>
          <a:xfrm>
            <a:off x="839788" y="2327274"/>
            <a:ext cx="3932237" cy="3811588"/>
          </a:xfrm>
          <a:prstGeom prst="rect">
            <a:avLst/>
          </a:prstGeo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ltLang="zh-CN"/>
              <a:t>单击此处编辑母版文本样式</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表格与标题">
    <p:spTree>
      <p:nvGrpSpPr>
        <p:cNvPr id="1" name=""/>
        <p:cNvGrpSpPr/>
        <p:nvPr/>
      </p:nvGrpSpPr>
      <p:grpSpPr>
        <a:xfrm>
          <a:off x="0" y="0"/>
          <a:ext cx="0" cy="0"/>
          <a:chOff x="0" y="0"/>
          <a:chExt cx="0" cy="0"/>
        </a:xfrm>
      </p:grpSpPr>
      <p:sp>
        <p:nvSpPr>
          <p:cNvPr id="40" name="标题 1"/>
          <p:cNvSpPr>
            <a:spLocks noGrp="1"/>
          </p:cNvSpPr>
          <p:nvPr>
            <p:ph type="title"/>
          </p:nvPr>
        </p:nvSpPr>
        <p:spPr>
          <a:xfrm>
            <a:off x="839788" y="727074"/>
            <a:ext cx="3932237" cy="1600200"/>
          </a:xfrm>
          <a:prstGeom prst="rect">
            <a:avLst/>
          </a:prstGeom>
        </p:spPr>
        <p:txBody>
          <a:bodyPr anchor="b"/>
          <a:lstStyle>
            <a:lvl1pPr lvl="0">
              <a:defRPr sz="3200"/>
            </a:lvl1pPr>
          </a:lstStyle>
          <a:p>
            <a:r>
              <a:rPr lang="zh-CN" altLang="zh-CN"/>
              <a:t>单击此处编辑母版标题样式</a:t>
            </a:r>
            <a:endParaRPr/>
          </a:p>
        </p:txBody>
      </p:sp>
      <p:sp>
        <p:nvSpPr>
          <p:cNvPr id="41" name="文本占位符 3"/>
          <p:cNvSpPr>
            <a:spLocks noGrp="1"/>
          </p:cNvSpPr>
          <p:nvPr>
            <p:ph type="body" idx="2"/>
          </p:nvPr>
        </p:nvSpPr>
        <p:spPr>
          <a:xfrm>
            <a:off x="839788" y="2327274"/>
            <a:ext cx="3932237" cy="3811588"/>
          </a:xfrm>
          <a:prstGeom prst="rect">
            <a:avLst/>
          </a:prstGeo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ltLang="zh-CN"/>
              <a:t>单击此处编辑母版文本样式</a:t>
            </a:r>
            <a:endParaRPr/>
          </a:p>
        </p:txBody>
      </p:sp>
      <p:sp>
        <p:nvSpPr>
          <p:cNvPr id="42" name="表格占位符 6"/>
          <p:cNvSpPr>
            <a:spLocks noGrp="1"/>
          </p:cNvSpPr>
          <p:nvPr>
            <p:ph type="tbl" idx="10"/>
          </p:nvPr>
        </p:nvSpPr>
        <p:spPr>
          <a:xfrm>
            <a:off x="5172891" y="719137"/>
            <a:ext cx="6179322" cy="5419726"/>
          </a:xfrm>
          <a:prstGeom prst="rect">
            <a:avLst/>
          </a:prstGeom>
        </p:spPr>
        <p:txBody>
          <a:bodyPr/>
          <a:lstStyle/>
          <a:p>
            <a:endParaRPr lang="zh-CN"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三栏内容">
    <p:spTree>
      <p:nvGrpSpPr>
        <p:cNvPr id="1" name=""/>
        <p:cNvGrpSpPr/>
        <p:nvPr/>
      </p:nvGrpSpPr>
      <p:grpSpPr>
        <a:xfrm>
          <a:off x="0" y="0"/>
          <a:ext cx="0" cy="0"/>
          <a:chOff x="0" y="0"/>
          <a:chExt cx="0" cy="0"/>
        </a:xfrm>
      </p:grpSpPr>
      <p:sp>
        <p:nvSpPr>
          <p:cNvPr id="44" name="标题 1"/>
          <p:cNvSpPr>
            <a:spLocks noGrp="1"/>
          </p:cNvSpPr>
          <p:nvPr>
            <p:ph type="title"/>
          </p:nvPr>
        </p:nvSpPr>
        <p:spPr>
          <a:prstGeom prst="rect">
            <a:avLst/>
          </a:prstGeom>
        </p:spPr>
        <p:txBody>
          <a:bodyPr/>
          <a:lstStyle/>
          <a:p>
            <a:r>
              <a:rPr lang="zh-CN" altLang="zh-CN"/>
              <a:t>单击此处编辑母版标题样式</a:t>
            </a:r>
            <a:endParaRPr/>
          </a:p>
        </p:txBody>
      </p:sp>
      <p:sp>
        <p:nvSpPr>
          <p:cNvPr id="45" name="内容占位符 2"/>
          <p:cNvSpPr>
            <a:spLocks noGrp="1"/>
          </p:cNvSpPr>
          <p:nvPr>
            <p:ph idx="1"/>
          </p:nvPr>
        </p:nvSpPr>
        <p:spPr>
          <a:xfrm>
            <a:off x="838200" y="1825625"/>
            <a:ext cx="3299791" cy="4351338"/>
          </a:xfrm>
          <a:prstGeom prst="rect">
            <a:avLst/>
          </a:prstGeom>
        </p:spPr>
        <p:txBody>
          <a:bodyPr/>
          <a:lstStyle/>
          <a:p>
            <a:pPr lvl="0"/>
            <a:r>
              <a:rPr lang="zh-CN" altLang="zh-CN"/>
              <a:t>单击此处编辑母版文本样式</a:t>
            </a:r>
            <a:endParaRPr/>
          </a:p>
          <a:p>
            <a:pPr lvl="1"/>
            <a:r>
              <a:rPr lang="zh-CN" altLang="zh-CN"/>
              <a:t>二级</a:t>
            </a:r>
            <a:endParaRPr/>
          </a:p>
          <a:p>
            <a:pPr lvl="2"/>
            <a:r>
              <a:rPr lang="zh-CN" altLang="zh-CN"/>
              <a:t>三级</a:t>
            </a:r>
            <a:endParaRPr/>
          </a:p>
          <a:p>
            <a:pPr lvl="3"/>
            <a:r>
              <a:rPr lang="zh-CN" altLang="zh-CN"/>
              <a:t>四级</a:t>
            </a:r>
            <a:endParaRPr/>
          </a:p>
          <a:p>
            <a:pPr lvl="4"/>
            <a:r>
              <a:rPr lang="zh-CN" altLang="zh-CN"/>
              <a:t>五级</a:t>
            </a:r>
            <a:endParaRPr/>
          </a:p>
        </p:txBody>
      </p:sp>
      <p:sp>
        <p:nvSpPr>
          <p:cNvPr id="46" name="内容占位符 3"/>
          <p:cNvSpPr>
            <a:spLocks noGrp="1"/>
          </p:cNvSpPr>
          <p:nvPr>
            <p:ph idx="2"/>
          </p:nvPr>
        </p:nvSpPr>
        <p:spPr>
          <a:xfrm>
            <a:off x="4446104" y="1825625"/>
            <a:ext cx="3299791" cy="4351338"/>
          </a:xfrm>
          <a:prstGeom prst="rect">
            <a:avLst/>
          </a:prstGeom>
        </p:spPr>
        <p:txBody>
          <a:bodyPr/>
          <a:lstStyle/>
          <a:p>
            <a:pPr lvl="0"/>
            <a:r>
              <a:rPr lang="zh-CN" altLang="zh-CN"/>
              <a:t>单击此处编辑母版文本样式</a:t>
            </a:r>
            <a:endParaRPr/>
          </a:p>
          <a:p>
            <a:pPr lvl="1"/>
            <a:r>
              <a:rPr lang="zh-CN" altLang="zh-CN"/>
              <a:t>二级</a:t>
            </a:r>
            <a:endParaRPr/>
          </a:p>
          <a:p>
            <a:pPr lvl="2"/>
            <a:r>
              <a:rPr lang="zh-CN" altLang="zh-CN"/>
              <a:t>三级</a:t>
            </a:r>
            <a:endParaRPr/>
          </a:p>
          <a:p>
            <a:pPr lvl="3"/>
            <a:r>
              <a:rPr lang="zh-CN" altLang="zh-CN"/>
              <a:t>四级</a:t>
            </a:r>
            <a:endParaRPr/>
          </a:p>
          <a:p>
            <a:pPr lvl="4"/>
            <a:r>
              <a:rPr lang="zh-CN" altLang="zh-CN"/>
              <a:t>五级</a:t>
            </a:r>
            <a:endParaRPr/>
          </a:p>
        </p:txBody>
      </p:sp>
      <p:sp>
        <p:nvSpPr>
          <p:cNvPr id="47" name="内容占位符 3"/>
          <p:cNvSpPr>
            <a:spLocks noGrp="1"/>
          </p:cNvSpPr>
          <p:nvPr>
            <p:ph idx="10"/>
          </p:nvPr>
        </p:nvSpPr>
        <p:spPr>
          <a:xfrm>
            <a:off x="8054009" y="1825625"/>
            <a:ext cx="3299791" cy="4351338"/>
          </a:xfrm>
          <a:prstGeom prst="rect">
            <a:avLst/>
          </a:prstGeom>
        </p:spPr>
        <p:txBody>
          <a:bodyPr/>
          <a:lstStyle/>
          <a:p>
            <a:pPr lvl="0"/>
            <a:r>
              <a:rPr lang="zh-CN" altLang="zh-CN"/>
              <a:t>单击此处编辑母版文本样式</a:t>
            </a:r>
            <a:endParaRPr/>
          </a:p>
          <a:p>
            <a:pPr lvl="1"/>
            <a:r>
              <a:rPr lang="zh-CN" altLang="zh-CN"/>
              <a:t>二级</a:t>
            </a:r>
            <a:endParaRPr/>
          </a:p>
          <a:p>
            <a:pPr lvl="2"/>
            <a:r>
              <a:rPr lang="zh-CN" altLang="zh-CN"/>
              <a:t>三级</a:t>
            </a:r>
            <a:endParaRPr/>
          </a:p>
          <a:p>
            <a:pPr lvl="3"/>
            <a:r>
              <a:rPr lang="zh-CN" altLang="zh-CN"/>
              <a:t>四级</a:t>
            </a:r>
            <a:endParaRPr/>
          </a:p>
          <a:p>
            <a:pPr lvl="4"/>
            <a:r>
              <a:rPr lang="zh-CN" altLang="zh-CN"/>
              <a:t>五级</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两行内容">
    <p:spTree>
      <p:nvGrpSpPr>
        <p:cNvPr id="1" name=""/>
        <p:cNvGrpSpPr/>
        <p:nvPr/>
      </p:nvGrpSpPr>
      <p:grpSpPr>
        <a:xfrm>
          <a:off x="0" y="0"/>
          <a:ext cx="0" cy="0"/>
          <a:chOff x="0" y="0"/>
          <a:chExt cx="0" cy="0"/>
        </a:xfrm>
      </p:grpSpPr>
      <p:sp>
        <p:nvSpPr>
          <p:cNvPr id="8" name="标题 1"/>
          <p:cNvSpPr>
            <a:spLocks noGrp="1"/>
          </p:cNvSpPr>
          <p:nvPr>
            <p:ph type="title"/>
          </p:nvPr>
        </p:nvSpPr>
        <p:spPr>
          <a:prstGeom prst="rect">
            <a:avLst/>
          </a:prstGeom>
        </p:spPr>
        <p:txBody>
          <a:bodyPr/>
          <a:lstStyle/>
          <a:p>
            <a:r>
              <a:rPr lang="zh-CN" altLang="zh-CN"/>
              <a:t>单击此处编辑母版标题样式</a:t>
            </a:r>
            <a:endParaRPr/>
          </a:p>
        </p:txBody>
      </p:sp>
      <p:sp>
        <p:nvSpPr>
          <p:cNvPr id="9" name="内容占位符 3"/>
          <p:cNvSpPr>
            <a:spLocks noGrp="1"/>
          </p:cNvSpPr>
          <p:nvPr>
            <p:ph idx="10"/>
          </p:nvPr>
        </p:nvSpPr>
        <p:spPr>
          <a:xfrm>
            <a:off x="838200" y="1690688"/>
            <a:ext cx="10515600" cy="2172811"/>
          </a:xfrm>
          <a:prstGeom prst="rect">
            <a:avLst/>
          </a:prstGeom>
        </p:spPr>
        <p:txBody>
          <a:bodyPr/>
          <a:lstStyle/>
          <a:p>
            <a:pPr lvl="0"/>
            <a:r>
              <a:rPr lang="zh-CN" altLang="zh-CN"/>
              <a:t>单击此处编辑母版文本样式</a:t>
            </a:r>
            <a:endParaRPr/>
          </a:p>
          <a:p>
            <a:pPr lvl="1"/>
            <a:r>
              <a:rPr lang="zh-CN" altLang="zh-CN"/>
              <a:t>二级</a:t>
            </a:r>
            <a:endParaRPr/>
          </a:p>
          <a:p>
            <a:pPr lvl="2"/>
            <a:r>
              <a:rPr lang="zh-CN" altLang="zh-CN"/>
              <a:t>三级</a:t>
            </a:r>
            <a:endParaRPr/>
          </a:p>
          <a:p>
            <a:pPr lvl="3"/>
            <a:r>
              <a:rPr lang="zh-CN" altLang="zh-CN"/>
              <a:t>四级</a:t>
            </a:r>
            <a:endParaRPr/>
          </a:p>
          <a:p>
            <a:pPr lvl="4"/>
            <a:r>
              <a:rPr lang="zh-CN" altLang="zh-CN"/>
              <a:t>五级</a:t>
            </a:r>
            <a:endParaRPr/>
          </a:p>
        </p:txBody>
      </p:sp>
      <p:sp>
        <p:nvSpPr>
          <p:cNvPr id="10" name="内容占位符 3"/>
          <p:cNvSpPr>
            <a:spLocks noGrp="1"/>
          </p:cNvSpPr>
          <p:nvPr>
            <p:ph idx="11"/>
          </p:nvPr>
        </p:nvSpPr>
        <p:spPr>
          <a:xfrm>
            <a:off x="838200" y="3863500"/>
            <a:ext cx="10515600" cy="2241232"/>
          </a:xfrm>
          <a:prstGeom prst="rect">
            <a:avLst/>
          </a:prstGeom>
        </p:spPr>
        <p:txBody>
          <a:bodyPr/>
          <a:lstStyle/>
          <a:p>
            <a:pPr lvl="0"/>
            <a:r>
              <a:rPr lang="zh-CN" altLang="zh-CN"/>
              <a:t>单击此处编辑母版文本样式</a:t>
            </a:r>
            <a:endParaRPr/>
          </a:p>
          <a:p>
            <a:pPr lvl="1"/>
            <a:r>
              <a:rPr lang="zh-CN" altLang="zh-CN"/>
              <a:t>二级</a:t>
            </a:r>
            <a:endParaRPr/>
          </a:p>
          <a:p>
            <a:pPr lvl="2"/>
            <a:r>
              <a:rPr lang="zh-CN" altLang="zh-CN"/>
              <a:t>三级</a:t>
            </a:r>
            <a:endParaRPr/>
          </a:p>
          <a:p>
            <a:pPr lvl="3"/>
            <a:r>
              <a:rPr lang="zh-CN" altLang="zh-CN"/>
              <a:t>四级</a:t>
            </a:r>
            <a:endParaRPr/>
          </a:p>
          <a:p>
            <a:pPr lvl="4"/>
            <a:r>
              <a:rPr lang="zh-CN" altLang="zh-CN"/>
              <a:t>五级</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多张图片">
    <p:spTree>
      <p:nvGrpSpPr>
        <p:cNvPr id="1" name=""/>
        <p:cNvGrpSpPr/>
        <p:nvPr/>
      </p:nvGrpSpPr>
      <p:grpSpPr>
        <a:xfrm>
          <a:off x="0" y="0"/>
          <a:ext cx="0" cy="0"/>
          <a:chOff x="0" y="0"/>
          <a:chExt cx="0" cy="0"/>
        </a:xfrm>
      </p:grpSpPr>
      <p:sp>
        <p:nvSpPr>
          <p:cNvPr id="12" name="标题 1"/>
          <p:cNvSpPr>
            <a:spLocks noGrp="1"/>
          </p:cNvSpPr>
          <p:nvPr>
            <p:ph type="title"/>
          </p:nvPr>
        </p:nvSpPr>
        <p:spPr>
          <a:xfrm>
            <a:off x="838200" y="365125"/>
            <a:ext cx="10515600" cy="1325563"/>
          </a:xfrm>
          <a:prstGeom prst="rect">
            <a:avLst/>
          </a:prstGeom>
        </p:spPr>
        <p:txBody>
          <a:bodyPr/>
          <a:lstStyle/>
          <a:p>
            <a:r>
              <a:rPr lang="zh-CN" altLang="zh-CN"/>
              <a:t>单击此处编辑母版标题样式</a:t>
            </a:r>
            <a:endParaRPr/>
          </a:p>
        </p:txBody>
      </p:sp>
      <p:sp>
        <p:nvSpPr>
          <p:cNvPr id="13" name="图片占位符 6"/>
          <p:cNvSpPr>
            <a:spLocks noGrp="1"/>
          </p:cNvSpPr>
          <p:nvPr>
            <p:ph type="pic" idx="10"/>
          </p:nvPr>
        </p:nvSpPr>
        <p:spPr>
          <a:xfrm>
            <a:off x="838200" y="1690689"/>
            <a:ext cx="5257800" cy="2338886"/>
          </a:xfrm>
          <a:prstGeom prst="rect">
            <a:avLst/>
          </a:prstGeom>
        </p:spPr>
        <p:txBody>
          <a:bodyPr/>
          <a:lstStyle/>
          <a:p>
            <a:endParaRPr lang="zh-CN" altLang="zh-CN"/>
          </a:p>
        </p:txBody>
      </p:sp>
      <p:sp>
        <p:nvSpPr>
          <p:cNvPr id="14" name="图片占位符 6"/>
          <p:cNvSpPr>
            <a:spLocks noGrp="1"/>
          </p:cNvSpPr>
          <p:nvPr>
            <p:ph type="pic" idx="11"/>
          </p:nvPr>
        </p:nvSpPr>
        <p:spPr>
          <a:xfrm>
            <a:off x="6096001" y="1690689"/>
            <a:ext cx="5257802" cy="2338886"/>
          </a:xfrm>
          <a:prstGeom prst="rect">
            <a:avLst/>
          </a:prstGeom>
        </p:spPr>
        <p:txBody>
          <a:bodyPr/>
          <a:lstStyle/>
          <a:p>
            <a:endParaRPr lang="zh-CN" altLang="zh-CN"/>
          </a:p>
        </p:txBody>
      </p:sp>
      <p:sp>
        <p:nvSpPr>
          <p:cNvPr id="15" name="图片占位符 6"/>
          <p:cNvSpPr>
            <a:spLocks noGrp="1"/>
          </p:cNvSpPr>
          <p:nvPr>
            <p:ph type="pic" idx="12"/>
          </p:nvPr>
        </p:nvSpPr>
        <p:spPr>
          <a:xfrm>
            <a:off x="838200" y="4029575"/>
            <a:ext cx="5257800" cy="2338886"/>
          </a:xfrm>
          <a:prstGeom prst="rect">
            <a:avLst/>
          </a:prstGeom>
        </p:spPr>
        <p:txBody>
          <a:bodyPr/>
          <a:lstStyle/>
          <a:p>
            <a:endParaRPr lang="zh-CN" altLang="zh-CN"/>
          </a:p>
        </p:txBody>
      </p:sp>
      <p:sp>
        <p:nvSpPr>
          <p:cNvPr id="16" name="图片占位符 6"/>
          <p:cNvSpPr>
            <a:spLocks noGrp="1"/>
          </p:cNvSpPr>
          <p:nvPr>
            <p:ph type="pic" idx="13"/>
          </p:nvPr>
        </p:nvSpPr>
        <p:spPr>
          <a:xfrm>
            <a:off x="6096001" y="4029575"/>
            <a:ext cx="5257802" cy="2338886"/>
          </a:xfrm>
          <a:prstGeom prst="rect">
            <a:avLst/>
          </a:prstGeom>
        </p:spPr>
        <p:txBody>
          <a:bodyPr/>
          <a:lstStyle/>
          <a:p>
            <a:endParaRPr lang="zh-CN"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rPr lang="zh-CN" altLang="zh-CN"/>
              <a:t>单击此处编辑母版标题样式</a:t>
            </a:r>
            <a:endParaRP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r>
              <a:rPr lang="zh-CN" altLang="zh-CN"/>
              <a:t>单击此处编辑母版文本样式</a:t>
            </a:r>
            <a:endParaRPr/>
          </a:p>
          <a:p>
            <a:pPr lvl="1"/>
            <a:r>
              <a:rPr lang="zh-CN" altLang="zh-CN"/>
              <a:t>二级</a:t>
            </a:r>
            <a:endParaRPr/>
          </a:p>
          <a:p>
            <a:pPr lvl="2"/>
            <a:r>
              <a:rPr lang="zh-CN" altLang="zh-CN"/>
              <a:t>三级</a:t>
            </a:r>
            <a:endParaRPr/>
          </a:p>
          <a:p>
            <a:pPr lvl="3"/>
            <a:r>
              <a:rPr lang="zh-CN" altLang="zh-CN"/>
              <a:t>四级</a:t>
            </a:r>
            <a:endParaRPr/>
          </a:p>
          <a:p>
            <a:pPr lvl="4"/>
            <a:r>
              <a:rPr lang="zh-CN" altLang="zh-CN"/>
              <a:t>五级</a:t>
            </a:r>
            <a:endParaRPr/>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lvl="0" algn="l" defTabSz="914400">
        <a:lnSpc>
          <a:spcPct val="130000"/>
        </a:lnSpc>
        <a:spcBef>
          <a:spcPct val="1"/>
        </a:spcBef>
        <a:buNone/>
        <a:defRPr sz="4400" kern="1200">
          <a:solidFill>
            <a:schemeClr val="tx1"/>
          </a:solidFill>
          <a:latin typeface="微软雅黑"/>
          <a:ea typeface="微软雅黑"/>
        </a:defRPr>
      </a:lvl1pPr>
    </p:titleStyle>
    <p:bodyStyle>
      <a:lvl1pPr marL="228600" lvl="0" indent="-228600" algn="l" defTabSz="914400">
        <a:lnSpc>
          <a:spcPct val="130000"/>
        </a:lnSpc>
        <a:spcBef>
          <a:spcPts val="1000"/>
        </a:spcBef>
        <a:buFont typeface="微软雅黑"/>
        <a:buChar char="•"/>
        <a:defRPr sz="2800" kern="1200">
          <a:solidFill>
            <a:schemeClr val="tx1"/>
          </a:solidFill>
          <a:latin typeface="微软雅黑"/>
          <a:ea typeface="微软雅黑"/>
        </a:defRPr>
      </a:lvl1pPr>
      <a:lvl2pPr marL="685800" lvl="1" indent="-228600" algn="l" defTabSz="914400">
        <a:lnSpc>
          <a:spcPct val="130000"/>
        </a:lnSpc>
        <a:spcBef>
          <a:spcPts val="500"/>
        </a:spcBef>
        <a:buFont typeface="微软雅黑"/>
        <a:buChar char="•"/>
        <a:defRPr sz="2400" kern="1200">
          <a:solidFill>
            <a:schemeClr val="tx1"/>
          </a:solidFill>
          <a:latin typeface="微软雅黑"/>
          <a:ea typeface="微软雅黑"/>
        </a:defRPr>
      </a:lvl2pPr>
      <a:lvl3pPr marL="1143000" lvl="2" indent="-228600" algn="l" defTabSz="914400">
        <a:lnSpc>
          <a:spcPct val="130000"/>
        </a:lnSpc>
        <a:spcBef>
          <a:spcPts val="500"/>
        </a:spcBef>
        <a:buFont typeface="微软雅黑"/>
        <a:buChar char="•"/>
        <a:defRPr sz="2000" kern="1200">
          <a:solidFill>
            <a:schemeClr val="tx1"/>
          </a:solidFill>
          <a:latin typeface="微软雅黑"/>
          <a:ea typeface="微软雅黑"/>
        </a:defRPr>
      </a:lvl3pPr>
      <a:lvl4pPr marL="1600200" lvl="3" indent="-228600" algn="l" defTabSz="914400">
        <a:lnSpc>
          <a:spcPct val="130000"/>
        </a:lnSpc>
        <a:spcBef>
          <a:spcPts val="500"/>
        </a:spcBef>
        <a:buFont typeface="微软雅黑"/>
        <a:buChar char="•"/>
        <a:defRPr sz="1800" kern="1200">
          <a:solidFill>
            <a:schemeClr val="tx1"/>
          </a:solidFill>
          <a:latin typeface="微软雅黑"/>
          <a:ea typeface="微软雅黑"/>
        </a:defRPr>
      </a:lvl4pPr>
      <a:lvl5pPr marL="2057400" lvl="4" indent="-228600" algn="l" defTabSz="914400">
        <a:lnSpc>
          <a:spcPct val="130000"/>
        </a:lnSpc>
        <a:spcBef>
          <a:spcPts val="500"/>
        </a:spcBef>
        <a:buFont typeface="微软雅黑"/>
        <a:buChar char="•"/>
        <a:defRPr sz="1800" kern="1200">
          <a:solidFill>
            <a:schemeClr val="tx1"/>
          </a:solidFill>
          <a:latin typeface="微软雅黑"/>
          <a:ea typeface="微软雅黑"/>
        </a:defRPr>
      </a:lvl5pPr>
      <a:lvl6pPr marL="2514600" lvl="5" indent="-228600" algn="l" defTabSz="914400">
        <a:lnSpc>
          <a:spcPct val="130000"/>
        </a:lnSpc>
        <a:spcBef>
          <a:spcPts val="500"/>
        </a:spcBef>
        <a:buFont typeface="微软雅黑"/>
        <a:buChar char="•"/>
        <a:defRPr sz="1800" kern="1200">
          <a:solidFill>
            <a:schemeClr val="tx1"/>
          </a:solidFill>
          <a:latin typeface="微软雅黑"/>
          <a:ea typeface="微软雅黑"/>
        </a:defRPr>
      </a:lvl6pPr>
      <a:lvl7pPr marL="2971800" lvl="6" indent="-228600" algn="l" defTabSz="914400">
        <a:lnSpc>
          <a:spcPct val="130000"/>
        </a:lnSpc>
        <a:spcBef>
          <a:spcPts val="500"/>
        </a:spcBef>
        <a:buFont typeface="微软雅黑"/>
        <a:buChar char="•"/>
        <a:defRPr sz="1800" kern="1200">
          <a:solidFill>
            <a:schemeClr val="tx1"/>
          </a:solidFill>
          <a:latin typeface="微软雅黑"/>
          <a:ea typeface="微软雅黑"/>
        </a:defRPr>
      </a:lvl7pPr>
      <a:lvl8pPr marL="3429000" lvl="7" indent="-228600" algn="l" defTabSz="914400">
        <a:lnSpc>
          <a:spcPct val="130000"/>
        </a:lnSpc>
        <a:spcBef>
          <a:spcPts val="500"/>
        </a:spcBef>
        <a:buFont typeface="微软雅黑"/>
        <a:buChar char="•"/>
        <a:defRPr sz="1800" kern="1200">
          <a:solidFill>
            <a:schemeClr val="tx1"/>
          </a:solidFill>
          <a:latin typeface="微软雅黑"/>
          <a:ea typeface="微软雅黑"/>
        </a:defRPr>
      </a:lvl8pPr>
      <a:lvl9pPr marL="3886200" lvl="8" indent="-228600" algn="l" defTabSz="914400">
        <a:lnSpc>
          <a:spcPct val="130000"/>
        </a:lnSpc>
        <a:spcBef>
          <a:spcPts val="500"/>
        </a:spcBef>
        <a:buFont typeface="微软雅黑"/>
        <a:buChar char="•"/>
        <a:defRPr sz="1800" kern="1200">
          <a:solidFill>
            <a:schemeClr val="tx1"/>
          </a:solidFill>
          <a:latin typeface="微软雅黑"/>
          <a:ea typeface="微软雅黑"/>
        </a:defRPr>
      </a:lvl9pPr>
    </p:bodyStyle>
    <p:otherStyle>
      <a:lvl1pPr marL="0" lvl="0" algn="l" defTabSz="914400">
        <a:lnSpc>
          <a:spcPct val="130000"/>
        </a:lnSpc>
        <a:defRPr sz="1800" kern="1200">
          <a:solidFill>
            <a:schemeClr val="tx1"/>
          </a:solidFill>
          <a:latin typeface="微软雅黑"/>
          <a:ea typeface="微软雅黑"/>
        </a:defRPr>
      </a:lvl1pPr>
      <a:lvl2pPr marL="457200" lvl="1" algn="l" defTabSz="914400">
        <a:lnSpc>
          <a:spcPct val="130000"/>
        </a:lnSpc>
        <a:defRPr sz="1800" kern="1200">
          <a:solidFill>
            <a:schemeClr val="tx1"/>
          </a:solidFill>
          <a:latin typeface="微软雅黑"/>
          <a:ea typeface="微软雅黑"/>
        </a:defRPr>
      </a:lvl2pPr>
      <a:lvl3pPr marL="914400" lvl="2" algn="l" defTabSz="914400">
        <a:lnSpc>
          <a:spcPct val="130000"/>
        </a:lnSpc>
        <a:defRPr sz="1800" kern="1200">
          <a:solidFill>
            <a:schemeClr val="tx1"/>
          </a:solidFill>
          <a:latin typeface="微软雅黑"/>
          <a:ea typeface="微软雅黑"/>
        </a:defRPr>
      </a:lvl3pPr>
      <a:lvl4pPr marL="1371600" lvl="3" algn="l" defTabSz="914400">
        <a:lnSpc>
          <a:spcPct val="130000"/>
        </a:lnSpc>
        <a:defRPr sz="1800" kern="1200">
          <a:solidFill>
            <a:schemeClr val="tx1"/>
          </a:solidFill>
          <a:latin typeface="微软雅黑"/>
          <a:ea typeface="微软雅黑"/>
        </a:defRPr>
      </a:lvl4pPr>
      <a:lvl5pPr marL="1828800" lvl="4" algn="l" defTabSz="914400">
        <a:lnSpc>
          <a:spcPct val="130000"/>
        </a:lnSpc>
        <a:defRPr sz="1800" kern="1200">
          <a:solidFill>
            <a:schemeClr val="tx1"/>
          </a:solidFill>
          <a:latin typeface="微软雅黑"/>
          <a:ea typeface="微软雅黑"/>
        </a:defRPr>
      </a:lvl5pPr>
      <a:lvl6pPr marL="2286000" lvl="5" algn="l" defTabSz="914400">
        <a:lnSpc>
          <a:spcPct val="130000"/>
        </a:lnSpc>
        <a:defRPr sz="1800" kern="1200">
          <a:solidFill>
            <a:schemeClr val="tx1"/>
          </a:solidFill>
          <a:latin typeface="微软雅黑"/>
          <a:ea typeface="微软雅黑"/>
        </a:defRPr>
      </a:lvl6pPr>
      <a:lvl7pPr marL="2743200" lvl="6" algn="l" defTabSz="914400">
        <a:lnSpc>
          <a:spcPct val="130000"/>
        </a:lnSpc>
        <a:defRPr sz="1800" kern="1200">
          <a:solidFill>
            <a:schemeClr val="tx1"/>
          </a:solidFill>
          <a:latin typeface="微软雅黑"/>
          <a:ea typeface="微软雅黑"/>
        </a:defRPr>
      </a:lvl7pPr>
      <a:lvl8pPr marL="3200400" lvl="7" algn="l" defTabSz="914400">
        <a:lnSpc>
          <a:spcPct val="130000"/>
        </a:lnSpc>
        <a:defRPr sz="1800" kern="1200">
          <a:solidFill>
            <a:schemeClr val="tx1"/>
          </a:solidFill>
          <a:latin typeface="微软雅黑"/>
          <a:ea typeface="微软雅黑"/>
        </a:defRPr>
      </a:lvl8pPr>
      <a:lvl9pPr marL="3657600" lvl="8" algn="l" defTabSz="914400">
        <a:lnSpc>
          <a:spcPct val="130000"/>
        </a:lnSpc>
        <a:defRPr sz="1800" kern="1200">
          <a:solidFill>
            <a:schemeClr val="tx1"/>
          </a:solidFill>
          <a:latin typeface="微软雅黑"/>
          <a:ea typeface="微软雅黑"/>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29000">
              <a:schemeClr val="bg1">
                <a:lumMod val="95000"/>
              </a:schemeClr>
            </a:gs>
            <a:gs pos="97000">
              <a:schemeClr val="bg1">
                <a:lumMod val="90000"/>
              </a:schemeClr>
            </a:gs>
          </a:gsLst>
          <a:path path="circle">
            <a:fillToRect r="100000" b="100000"/>
          </a:path>
          <a:tileRect l="-100000" t="-100000"/>
        </a:gradFill>
        <a:effectLst/>
      </p:bgPr>
    </p:bg>
    <p:spTree>
      <p:nvGrpSpPr>
        <p:cNvPr id="1" name=""/>
        <p:cNvGrpSpPr/>
        <p:nvPr/>
      </p:nvGrpSpPr>
      <p:grpSpPr>
        <a:xfrm>
          <a:off x="0" y="0"/>
          <a:ext cx="0" cy="0"/>
          <a:chOff x="0" y="0"/>
          <a:chExt cx="0" cy="0"/>
        </a:xfrm>
      </p:grpSpPr>
      <p:pic>
        <p:nvPicPr>
          <p:cNvPr id="2" name="图片 33"/>
          <p:cNvPicPr>
            <a:picLocks noGrp="1" noRot="1" noMove="1" noResize="1" noEditPoints="1" noAdjustHandles="1" noChangeArrowheads="1" noChangeShapeType="1" noCrop="1"/>
          </p:cNvPicPr>
          <p:nvPr/>
        </p:nvPicPr>
        <p:blipFill>
          <a:blip r:embed="rId2"/>
          <a:srcRect l="6163" r="10310" b="16473"/>
          <a:stretch/>
        </p:blipFill>
        <p:spPr>
          <a:xfrm flipH="1">
            <a:off x="0" y="0"/>
            <a:ext cx="12192000" cy="6858000"/>
          </a:xfrm>
          <a:custGeom>
            <a:avLst/>
            <a:gdLst/>
            <a:ahLst/>
            <a:cxnLst/>
            <a:rect l="l" t="t" r="r" b="b"/>
            <a:pathLst>
              <a:path w="12192000" h="6858000">
                <a:moveTo>
                  <a:pt x="12192000" y="0"/>
                </a:moveTo>
                <a:lnTo>
                  <a:pt x="0" y="0"/>
                </a:lnTo>
                <a:lnTo>
                  <a:pt x="0" y="6858000"/>
                </a:lnTo>
                <a:lnTo>
                  <a:pt x="12192000" y="6858000"/>
                </a:lnTo>
                <a:close/>
              </a:path>
            </a:pathLst>
          </a:custGeom>
        </p:spPr>
      </p:pic>
      <p:grpSp>
        <p:nvGrpSpPr>
          <p:cNvPr id="8" name="组合 70"/>
          <p:cNvGrpSpPr/>
          <p:nvPr/>
        </p:nvGrpSpPr>
        <p:grpSpPr>
          <a:xfrm>
            <a:off x="0" y="0"/>
            <a:ext cx="682171" cy="6858000"/>
            <a:chOff x="0" y="0"/>
            <a:chExt cx="682171" cy="6858000"/>
          </a:xfrm>
        </p:grpSpPr>
        <p:sp>
          <p:nvSpPr>
            <p:cNvPr id="9" name="矩形 46"/>
            <p:cNvSpPr/>
            <p:nvPr/>
          </p:nvSpPr>
          <p:spPr>
            <a:xfrm>
              <a:off x="0" y="0"/>
              <a:ext cx="682171" cy="6858000"/>
            </a:xfrm>
            <a:prstGeom prst="rect">
              <a:avLst/>
            </a:prstGeom>
            <a:solidFill>
              <a:schemeClr val="bg1">
                <a:alpha val="96000"/>
              </a:schemeClr>
            </a:solidFill>
            <a:ln>
              <a:noFill/>
            </a:ln>
          </p:spPr>
          <p:txBody>
            <a:bodyPr anchor="ctr"/>
            <a:lstStyle/>
            <a:p>
              <a:pPr algn="ctr"/>
              <a:endParaRPr lang="zh-CN" altLang="zh-CN">
                <a:solidFill>
                  <a:schemeClr val="lt1"/>
                </a:solidFill>
              </a:endParaRPr>
            </a:p>
          </p:txBody>
        </p:sp>
        <p:grpSp>
          <p:nvGrpSpPr>
            <p:cNvPr id="10" name="组合 47"/>
            <p:cNvGrpSpPr/>
            <p:nvPr/>
          </p:nvGrpSpPr>
          <p:grpSpPr>
            <a:xfrm>
              <a:off x="226785" y="263525"/>
              <a:ext cx="228600" cy="127000"/>
              <a:chOff x="1244600" y="6096000"/>
              <a:chExt cx="228600" cy="127000"/>
            </a:xfrm>
          </p:grpSpPr>
          <p:cxnSp>
            <p:nvCxnSpPr>
              <p:cNvPr id="11" name="直接连接符 51"/>
              <p:cNvCxnSpPr/>
              <p:nvPr/>
            </p:nvCxnSpPr>
            <p:spPr>
              <a:xfrm>
                <a:off x="1244600" y="6096000"/>
                <a:ext cx="228600" cy="0"/>
              </a:xfrm>
              <a:prstGeom prst="line">
                <a:avLst/>
              </a:prstGeom>
              <a:ln w="25400">
                <a:solidFill>
                  <a:schemeClr val="tx1">
                    <a:lumMod val="75000"/>
                    <a:lumOff val="25000"/>
                  </a:schemeClr>
                </a:solidFill>
                <a:prstDash val="solid"/>
                <a:miter/>
              </a:ln>
            </p:spPr>
          </p:cxnSp>
          <p:cxnSp>
            <p:nvCxnSpPr>
              <p:cNvPr id="12" name="直接连接符 52"/>
              <p:cNvCxnSpPr/>
              <p:nvPr/>
            </p:nvCxnSpPr>
            <p:spPr>
              <a:xfrm>
                <a:off x="1244600" y="6159500"/>
                <a:ext cx="228600" cy="0"/>
              </a:xfrm>
              <a:prstGeom prst="line">
                <a:avLst/>
              </a:prstGeom>
              <a:ln w="25400">
                <a:solidFill>
                  <a:schemeClr val="tx1">
                    <a:lumMod val="75000"/>
                    <a:lumOff val="25000"/>
                  </a:schemeClr>
                </a:solidFill>
                <a:prstDash val="solid"/>
                <a:miter/>
              </a:ln>
            </p:spPr>
          </p:cxnSp>
          <p:cxnSp>
            <p:nvCxnSpPr>
              <p:cNvPr id="13" name="直接连接符 53"/>
              <p:cNvCxnSpPr/>
              <p:nvPr/>
            </p:nvCxnSpPr>
            <p:spPr>
              <a:xfrm>
                <a:off x="1244600" y="6223000"/>
                <a:ext cx="228600" cy="0"/>
              </a:xfrm>
              <a:prstGeom prst="line">
                <a:avLst/>
              </a:prstGeom>
              <a:ln w="25400">
                <a:solidFill>
                  <a:schemeClr val="tx1">
                    <a:lumMod val="75000"/>
                    <a:lumOff val="25000"/>
                  </a:schemeClr>
                </a:solidFill>
                <a:prstDash val="solid"/>
                <a:miter/>
              </a:ln>
            </p:spPr>
          </p:cxnSp>
        </p:grpSp>
        <p:cxnSp>
          <p:nvCxnSpPr>
            <p:cNvPr id="14" name="直接连接符 49"/>
            <p:cNvCxnSpPr/>
            <p:nvPr/>
          </p:nvCxnSpPr>
          <p:spPr>
            <a:xfrm flipV="1">
              <a:off x="341085" y="5881688"/>
              <a:ext cx="0" cy="435769"/>
            </a:xfrm>
            <a:prstGeom prst="line">
              <a:avLst/>
            </a:prstGeom>
            <a:ln w="3175">
              <a:solidFill>
                <a:schemeClr val="tx1">
                  <a:lumMod val="75000"/>
                  <a:lumOff val="25000"/>
                </a:schemeClr>
              </a:solidFill>
              <a:prstDash val="solid"/>
              <a:miter/>
            </a:ln>
          </p:spPr>
        </p:cxnSp>
        <p:sp>
          <p:nvSpPr>
            <p:cNvPr id="15" name="文本框 63"/>
            <p:cNvSpPr txBox="1"/>
            <p:nvPr/>
          </p:nvSpPr>
          <p:spPr>
            <a:xfrm>
              <a:off x="182227" y="6400800"/>
              <a:ext cx="317716" cy="261610"/>
            </a:xfrm>
            <a:prstGeom prst="rect">
              <a:avLst/>
            </a:prstGeom>
            <a:noFill/>
          </p:spPr>
          <p:txBody>
            <a:bodyPr wrap="none"/>
            <a:lstStyle/>
            <a:p>
              <a:pPr algn="ctr"/>
              <a:r>
                <a:rPr lang="en-US" altLang="en-US" sz="1050">
                  <a:latin typeface="微软雅黑 Light"/>
                  <a:ea typeface="微软雅黑 Light"/>
                </a:rPr>
                <a:t>01</a:t>
              </a:r>
              <a:endParaRPr lang="zh-CN" altLang="zh-CN" sz="1050">
                <a:latin typeface="微软雅黑 Light"/>
                <a:ea typeface="微软雅黑 Light"/>
              </a:endParaRPr>
            </a:p>
          </p:txBody>
        </p:sp>
        <p:cxnSp>
          <p:nvCxnSpPr>
            <p:cNvPr id="16" name="直接连接符 69"/>
            <p:cNvCxnSpPr/>
            <p:nvPr/>
          </p:nvCxnSpPr>
          <p:spPr>
            <a:xfrm flipV="1">
              <a:off x="341085" y="522288"/>
              <a:ext cx="0" cy="435769"/>
            </a:xfrm>
            <a:prstGeom prst="line">
              <a:avLst/>
            </a:prstGeom>
            <a:ln w="3175">
              <a:solidFill>
                <a:schemeClr val="tx1">
                  <a:lumMod val="75000"/>
                  <a:lumOff val="25000"/>
                </a:schemeClr>
              </a:solidFill>
              <a:prstDash val="solid"/>
              <a:miter/>
            </a:ln>
          </p:spPr>
        </p:cxnSp>
      </p:grpSp>
      <p:cxnSp>
        <p:nvCxnSpPr>
          <p:cNvPr id="17" name="直接连接符 34"/>
          <p:cNvCxnSpPr>
            <a:cxnSpLocks/>
          </p:cNvCxnSpPr>
          <p:nvPr/>
        </p:nvCxnSpPr>
        <p:spPr>
          <a:xfrm>
            <a:off x="940615" y="1599671"/>
            <a:ext cx="0" cy="2263535"/>
          </a:xfrm>
          <a:prstGeom prst="line">
            <a:avLst/>
          </a:prstGeom>
          <a:ln w="50800">
            <a:solidFill>
              <a:schemeClr val="tx1">
                <a:lumMod val="85000"/>
                <a:lumOff val="15000"/>
              </a:schemeClr>
            </a:solidFill>
            <a:prstDash val="solid"/>
            <a:miter/>
          </a:ln>
        </p:spPr>
      </p:cxnSp>
      <p:sp>
        <p:nvSpPr>
          <p:cNvPr id="18" name="文本框 35"/>
          <p:cNvSpPr txBox="1"/>
          <p:nvPr/>
        </p:nvSpPr>
        <p:spPr>
          <a:xfrm>
            <a:off x="1126882" y="2950772"/>
            <a:ext cx="2262158" cy="369332"/>
          </a:xfrm>
          <a:prstGeom prst="rect">
            <a:avLst/>
          </a:prstGeom>
          <a:noFill/>
        </p:spPr>
        <p:txBody>
          <a:bodyPr wrap="none"/>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r>
              <a:rPr lang="zh-CN" altLang="en-US" sz="2000" dirty="0"/>
              <a:t>软件项目管理课程 </a:t>
            </a:r>
            <a:r>
              <a:rPr lang="en-US" altLang="zh-CN" sz="2000" dirty="0"/>
              <a:t>· </a:t>
            </a:r>
            <a:r>
              <a:rPr lang="zh-CN" altLang="en-US" sz="2000" dirty="0"/>
              <a:t>项目总结汇报</a:t>
            </a:r>
            <a:r>
              <a:rPr lang="en-US" altLang="zh-CN" sz="2000" dirty="0"/>
              <a:t/>
            </a:r>
            <a:br>
              <a:rPr lang="en-US" altLang="zh-CN" sz="2000" dirty="0"/>
            </a:br>
            <a:r>
              <a:rPr lang="zh-CN" altLang="en-US" sz="2000" dirty="0"/>
              <a:t>日期：</a:t>
            </a:r>
            <a:r>
              <a:rPr lang="en-US" altLang="zh-CN" sz="2000" dirty="0"/>
              <a:t>2025 </a:t>
            </a:r>
            <a:r>
              <a:rPr lang="zh-CN" altLang="en-US" sz="2000" dirty="0"/>
              <a:t>年 </a:t>
            </a:r>
            <a:r>
              <a:rPr lang="en-US" altLang="zh-CN" sz="2000" dirty="0"/>
              <a:t>12 </a:t>
            </a:r>
            <a:r>
              <a:rPr lang="zh-CN" altLang="en-US" sz="2000" dirty="0"/>
              <a:t>月</a:t>
            </a:r>
          </a:p>
        </p:txBody>
      </p:sp>
      <p:sp>
        <p:nvSpPr>
          <p:cNvPr id="19" name="文本框 36"/>
          <p:cNvSpPr txBox="1"/>
          <p:nvPr/>
        </p:nvSpPr>
        <p:spPr>
          <a:xfrm>
            <a:off x="1126882" y="1440766"/>
            <a:ext cx="6955750" cy="769441"/>
          </a:xfrm>
          <a:prstGeom prst="rect">
            <a:avLst/>
          </a:prstGeom>
          <a:noFill/>
        </p:spPr>
        <p:txBody>
          <a:bodyPr wrap="none"/>
          <a:lstStyle>
            <a:lvl1pPr marL="0" lvl="0" algn="l" defTabSz="914400">
              <a:lnSpc>
                <a:spcPct val="130000"/>
              </a:lnSpc>
              <a:defRPr sz="4400" b="1" kern="1200">
                <a:solidFill>
                  <a:schemeClr val="tx1">
                    <a:lumMod val="85000"/>
                    <a:lumOff val="15000"/>
                  </a:schemeClr>
                </a:solidFill>
                <a:latin typeface="微软雅黑"/>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r>
              <a:rPr lang="zh-CN" altLang="en-US" dirty="0"/>
              <a:t>课程跳转系统</a:t>
            </a:r>
            <a:br>
              <a:rPr lang="zh-CN" altLang="en-US" dirty="0"/>
            </a:br>
            <a:r>
              <a:rPr lang="en-US" altLang="zh-CN" sz="2800" dirty="0"/>
              <a:t>—— </a:t>
            </a:r>
            <a:r>
              <a:rPr lang="zh-CN" altLang="en-US" sz="2800" dirty="0"/>
              <a:t>多平台课程统一管理与自动登录解决方案</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29000">
              <a:schemeClr val="bg1">
                <a:lumMod val="95000"/>
              </a:schemeClr>
            </a:gs>
            <a:gs pos="97000">
              <a:schemeClr val="bg1">
                <a:lumMod val="90000"/>
              </a:scheme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09" name="矩形 60"/>
          <p:cNvSpPr/>
          <p:nvPr/>
        </p:nvSpPr>
        <p:spPr>
          <a:xfrm>
            <a:off x="12115800" y="0"/>
            <a:ext cx="76200" cy="6858000"/>
          </a:xfrm>
          <a:prstGeom prst="rect">
            <a:avLst/>
          </a:prstGeom>
          <a:solidFill>
            <a:schemeClr val="accent1"/>
          </a:solidFill>
          <a:ln>
            <a:noFill/>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ctr"/>
            <a:endParaRPr lang="zh-CN" altLang="zh-CN">
              <a:solidFill>
                <a:schemeClr val="lt1"/>
              </a:solidFill>
            </a:endParaRPr>
          </a:p>
        </p:txBody>
      </p:sp>
      <p:sp>
        <p:nvSpPr>
          <p:cNvPr id="210" name="文本框 10"/>
          <p:cNvSpPr txBox="1"/>
          <p:nvPr/>
        </p:nvSpPr>
        <p:spPr>
          <a:xfrm>
            <a:off x="1313869" y="776809"/>
            <a:ext cx="1569660" cy="923330"/>
          </a:xfrm>
          <a:prstGeom prst="rect">
            <a:avLst/>
          </a:prstGeom>
          <a:noFill/>
        </p:spPr>
        <p:txBody>
          <a:bodyPr wrap="none"/>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r>
              <a:rPr lang="zh-CN" altLang="en-US" sz="5400" b="1" dirty="0">
                <a:solidFill>
                  <a:schemeClr val="tx1">
                    <a:lumMod val="85000"/>
                    <a:lumOff val="15000"/>
                  </a:schemeClr>
                </a:solidFill>
                <a:latin typeface="微软雅黑"/>
                <a:ea typeface="微软雅黑"/>
              </a:rPr>
              <a:t>项目背景</a:t>
            </a:r>
            <a:endParaRPr dirty="0"/>
          </a:p>
        </p:txBody>
      </p:sp>
      <p:grpSp>
        <p:nvGrpSpPr>
          <p:cNvPr id="229" name="组合 47"/>
          <p:cNvGrpSpPr/>
          <p:nvPr/>
        </p:nvGrpSpPr>
        <p:grpSpPr>
          <a:xfrm>
            <a:off x="0" y="0"/>
            <a:ext cx="682171" cy="6858000"/>
            <a:chOff x="0" y="0"/>
            <a:chExt cx="682171" cy="6858000"/>
          </a:xfrm>
        </p:grpSpPr>
        <p:sp>
          <p:nvSpPr>
            <p:cNvPr id="230" name="矩形 48"/>
            <p:cNvSpPr/>
            <p:nvPr/>
          </p:nvSpPr>
          <p:spPr>
            <a:xfrm>
              <a:off x="0" y="0"/>
              <a:ext cx="682171" cy="6858000"/>
            </a:xfrm>
            <a:prstGeom prst="rect">
              <a:avLst/>
            </a:prstGeom>
            <a:solidFill>
              <a:schemeClr val="bg1"/>
            </a:solidFill>
            <a:ln>
              <a:noFill/>
            </a:ln>
          </p:spPr>
          <p:txBody>
            <a:bodyPr anchor="ctr"/>
            <a:lstStyle/>
            <a:p>
              <a:pPr algn="ctr"/>
              <a:endParaRPr lang="zh-CN" altLang="zh-CN">
                <a:solidFill>
                  <a:schemeClr val="lt1"/>
                </a:solidFill>
              </a:endParaRPr>
            </a:p>
          </p:txBody>
        </p:sp>
        <p:grpSp>
          <p:nvGrpSpPr>
            <p:cNvPr id="231" name="组合 49"/>
            <p:cNvGrpSpPr/>
            <p:nvPr/>
          </p:nvGrpSpPr>
          <p:grpSpPr>
            <a:xfrm>
              <a:off x="226785" y="263525"/>
              <a:ext cx="228600" cy="127000"/>
              <a:chOff x="1244600" y="6096000"/>
              <a:chExt cx="228600" cy="127000"/>
            </a:xfrm>
          </p:grpSpPr>
          <p:cxnSp>
            <p:nvCxnSpPr>
              <p:cNvPr id="232" name="直接连接符 53"/>
              <p:cNvCxnSpPr/>
              <p:nvPr/>
            </p:nvCxnSpPr>
            <p:spPr>
              <a:xfrm>
                <a:off x="1244600" y="6096000"/>
                <a:ext cx="228600" cy="0"/>
              </a:xfrm>
              <a:prstGeom prst="line">
                <a:avLst/>
              </a:prstGeom>
              <a:ln w="25400">
                <a:solidFill>
                  <a:schemeClr val="tx1">
                    <a:lumMod val="75000"/>
                    <a:lumOff val="25000"/>
                  </a:schemeClr>
                </a:solidFill>
                <a:prstDash val="solid"/>
                <a:miter/>
              </a:ln>
            </p:spPr>
          </p:cxnSp>
          <p:cxnSp>
            <p:nvCxnSpPr>
              <p:cNvPr id="233" name="直接连接符 54"/>
              <p:cNvCxnSpPr/>
              <p:nvPr/>
            </p:nvCxnSpPr>
            <p:spPr>
              <a:xfrm>
                <a:off x="1244600" y="6159500"/>
                <a:ext cx="228600" cy="0"/>
              </a:xfrm>
              <a:prstGeom prst="line">
                <a:avLst/>
              </a:prstGeom>
              <a:ln w="25400">
                <a:solidFill>
                  <a:schemeClr val="tx1">
                    <a:lumMod val="75000"/>
                    <a:lumOff val="25000"/>
                  </a:schemeClr>
                </a:solidFill>
                <a:prstDash val="solid"/>
                <a:miter/>
              </a:ln>
            </p:spPr>
          </p:cxnSp>
          <p:cxnSp>
            <p:nvCxnSpPr>
              <p:cNvPr id="234" name="直接连接符 55"/>
              <p:cNvCxnSpPr/>
              <p:nvPr/>
            </p:nvCxnSpPr>
            <p:spPr>
              <a:xfrm>
                <a:off x="1244600" y="6223000"/>
                <a:ext cx="228600" cy="0"/>
              </a:xfrm>
              <a:prstGeom prst="line">
                <a:avLst/>
              </a:prstGeom>
              <a:ln w="25400">
                <a:solidFill>
                  <a:schemeClr val="tx1">
                    <a:lumMod val="75000"/>
                    <a:lumOff val="25000"/>
                  </a:schemeClr>
                </a:solidFill>
                <a:prstDash val="solid"/>
                <a:miter/>
              </a:ln>
            </p:spPr>
          </p:cxnSp>
        </p:grpSp>
        <p:cxnSp>
          <p:nvCxnSpPr>
            <p:cNvPr id="235" name="直接连接符 50"/>
            <p:cNvCxnSpPr/>
            <p:nvPr/>
          </p:nvCxnSpPr>
          <p:spPr>
            <a:xfrm flipV="1">
              <a:off x="341085" y="5881688"/>
              <a:ext cx="0" cy="435769"/>
            </a:xfrm>
            <a:prstGeom prst="line">
              <a:avLst/>
            </a:prstGeom>
            <a:ln w="3175">
              <a:solidFill>
                <a:schemeClr val="tx1">
                  <a:lumMod val="75000"/>
                  <a:lumOff val="25000"/>
                </a:schemeClr>
              </a:solidFill>
              <a:prstDash val="solid"/>
              <a:miter/>
            </a:ln>
          </p:spPr>
        </p:cxnSp>
        <p:sp>
          <p:nvSpPr>
            <p:cNvPr id="236" name="文本框 51"/>
            <p:cNvSpPr txBox="1"/>
            <p:nvPr/>
          </p:nvSpPr>
          <p:spPr>
            <a:xfrm>
              <a:off x="182227" y="6400800"/>
              <a:ext cx="317716" cy="261610"/>
            </a:xfrm>
            <a:prstGeom prst="rect">
              <a:avLst/>
            </a:prstGeom>
            <a:noFill/>
          </p:spPr>
          <p:txBody>
            <a:bodyPr wrap="none"/>
            <a:lstStyle/>
            <a:p>
              <a:pPr algn="ctr"/>
              <a:r>
                <a:rPr lang="en-US" altLang="en-US" sz="1050" dirty="0">
                  <a:latin typeface="微软雅黑 Light"/>
                  <a:ea typeface="微软雅黑 Light"/>
                </a:rPr>
                <a:t>02</a:t>
              </a:r>
              <a:endParaRPr lang="zh-CN" altLang="zh-CN" sz="1050" dirty="0">
                <a:latin typeface="微软雅黑 Light"/>
                <a:ea typeface="微软雅黑 Light"/>
              </a:endParaRPr>
            </a:p>
          </p:txBody>
        </p:sp>
        <p:cxnSp>
          <p:nvCxnSpPr>
            <p:cNvPr id="237" name="直接连接符 52"/>
            <p:cNvCxnSpPr/>
            <p:nvPr/>
          </p:nvCxnSpPr>
          <p:spPr>
            <a:xfrm flipV="1">
              <a:off x="341085" y="522288"/>
              <a:ext cx="0" cy="435769"/>
            </a:xfrm>
            <a:prstGeom prst="line">
              <a:avLst/>
            </a:prstGeom>
            <a:ln w="3175">
              <a:solidFill>
                <a:schemeClr val="tx1">
                  <a:lumMod val="75000"/>
                  <a:lumOff val="25000"/>
                </a:schemeClr>
              </a:solidFill>
              <a:prstDash val="solid"/>
              <a:miter/>
            </a:ln>
          </p:spPr>
        </p:cxnSp>
      </p:grpSp>
      <p:sp>
        <p:nvSpPr>
          <p:cNvPr id="3" name="文本框 2">
            <a:extLst>
              <a:ext uri="{FF2B5EF4-FFF2-40B4-BE49-F238E27FC236}">
                <a16:creationId xmlns:a16="http://schemas.microsoft.com/office/drawing/2014/main" xmlns="" id="{FD7A8686-C849-4E01-5BCE-6DAE709FE72D}"/>
              </a:ext>
            </a:extLst>
          </p:cNvPr>
          <p:cNvSpPr txBox="1"/>
          <p:nvPr/>
        </p:nvSpPr>
        <p:spPr>
          <a:xfrm>
            <a:off x="1305025" y="1953929"/>
            <a:ext cx="10284594" cy="2053896"/>
          </a:xfrm>
          <a:prstGeom prst="rect">
            <a:avLst/>
          </a:prstGeom>
          <a:noFill/>
        </p:spPr>
        <p:txBody>
          <a:bodyPr wrap="square">
            <a:spAutoFit/>
          </a:bodyPr>
          <a:lstStyle/>
          <a:p>
            <a:pPr>
              <a:buNone/>
            </a:pPr>
            <a:r>
              <a:rPr lang="zh-CN" altLang="en-US" sz="2000" dirty="0"/>
              <a:t>随着在线教育平台数量不断增加，用户在学习过程中往往需要同时使用多个课程平台。不同平台之间账号体系不统一，用户需要频繁登录、切换页面，整体使用体验较差。</a:t>
            </a:r>
            <a:endParaRPr lang="en-US" altLang="zh-CN" sz="2000" dirty="0"/>
          </a:p>
          <a:p>
            <a:pPr>
              <a:buNone/>
            </a:pPr>
            <a:endParaRPr lang="zh-CN" altLang="en-US" sz="2000" dirty="0"/>
          </a:p>
          <a:p>
            <a:pPr>
              <a:buNone/>
            </a:pPr>
            <a:r>
              <a:rPr lang="zh-CN" altLang="en-US" sz="2000" dirty="0"/>
              <a:t>在实际学习过程中，课程入口分散、访问成本高，缺乏一个统一、高效的课程管理与访问方式。</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2D229C5-360C-037B-89F4-12E9FFA4BF51}"/>
            </a:ext>
          </a:extLst>
        </p:cNvPr>
        <p:cNvGrpSpPr/>
        <p:nvPr/>
      </p:nvGrpSpPr>
      <p:grpSpPr>
        <a:xfrm>
          <a:off x="0" y="0"/>
          <a:ext cx="0" cy="0"/>
          <a:chOff x="0" y="0"/>
          <a:chExt cx="0" cy="0"/>
        </a:xfrm>
      </p:grpSpPr>
      <p:sp>
        <p:nvSpPr>
          <p:cNvPr id="240" name="矩形 42">
            <a:extLst>
              <a:ext uri="{FF2B5EF4-FFF2-40B4-BE49-F238E27FC236}">
                <a16:creationId xmlns:a16="http://schemas.microsoft.com/office/drawing/2014/main" xmlns="" id="{C2911052-7490-F894-9C93-D2ED60A84DFB}"/>
              </a:ext>
            </a:extLst>
          </p:cNvPr>
          <p:cNvSpPr/>
          <p:nvPr/>
        </p:nvSpPr>
        <p:spPr>
          <a:xfrm>
            <a:off x="12115800" y="0"/>
            <a:ext cx="76200" cy="6858000"/>
          </a:xfrm>
          <a:prstGeom prst="rect">
            <a:avLst/>
          </a:prstGeom>
          <a:solidFill>
            <a:schemeClr val="accent1"/>
          </a:solidFill>
          <a:ln>
            <a:noFill/>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marL="0" lvl="0" indent="0" algn="ctr" defTabSz="914400">
              <a:lnSpc>
                <a:spcPct val="100000"/>
              </a:lnSpc>
              <a:spcBef>
                <a:spcPts val="0"/>
              </a:spcBef>
              <a:spcAft>
                <a:spcPts val="0"/>
              </a:spcAft>
              <a:buClrTx/>
              <a:buSzTx/>
              <a:buFontTx/>
              <a:buNone/>
            </a:pPr>
            <a:endParaRPr lang="zh-CN" altLang="zh-CN" sz="1800" b="0" i="0" u="none" strike="noStrike" kern="1200" spc="0" baseline="0">
              <a:solidFill>
                <a:srgbClr val="FFFFFF"/>
              </a:solidFill>
              <a:latin typeface="Arial"/>
              <a:ea typeface="微软雅黑"/>
            </a:endParaRPr>
          </a:p>
        </p:txBody>
      </p:sp>
      <p:grpSp>
        <p:nvGrpSpPr>
          <p:cNvPr id="241" name="组合 118">
            <a:extLst>
              <a:ext uri="{FF2B5EF4-FFF2-40B4-BE49-F238E27FC236}">
                <a16:creationId xmlns:a16="http://schemas.microsoft.com/office/drawing/2014/main" xmlns="" id="{91A96AEF-500D-61BF-4D3A-439F0523FBFF}"/>
              </a:ext>
            </a:extLst>
          </p:cNvPr>
          <p:cNvGrpSpPr/>
          <p:nvPr/>
        </p:nvGrpSpPr>
        <p:grpSpPr>
          <a:xfrm>
            <a:off x="0" y="0"/>
            <a:ext cx="682171" cy="6858000"/>
            <a:chOff x="0" y="0"/>
            <a:chExt cx="682171" cy="6858000"/>
          </a:xfrm>
        </p:grpSpPr>
        <p:sp>
          <p:nvSpPr>
            <p:cNvPr id="242" name="矩形 119">
              <a:extLst>
                <a:ext uri="{FF2B5EF4-FFF2-40B4-BE49-F238E27FC236}">
                  <a16:creationId xmlns:a16="http://schemas.microsoft.com/office/drawing/2014/main" xmlns="" id="{ADABE216-C214-90D2-E5A5-AB6A3C1833D2}"/>
                </a:ext>
              </a:extLst>
            </p:cNvPr>
            <p:cNvSpPr/>
            <p:nvPr/>
          </p:nvSpPr>
          <p:spPr>
            <a:xfrm>
              <a:off x="0" y="0"/>
              <a:ext cx="682171" cy="6858000"/>
            </a:xfrm>
            <a:prstGeom prst="rect">
              <a:avLst/>
            </a:prstGeom>
            <a:solidFill>
              <a:schemeClr val="bg1"/>
            </a:solidFill>
            <a:ln>
              <a:noFill/>
            </a:ln>
          </p:spPr>
          <p:txBody>
            <a:bodyPr anchor="ctr"/>
            <a:lstStyle/>
            <a:p>
              <a:pPr marL="0" lvl="0" indent="0" algn="ctr" defTabSz="914400">
                <a:lnSpc>
                  <a:spcPct val="100000"/>
                </a:lnSpc>
                <a:spcBef>
                  <a:spcPts val="0"/>
                </a:spcBef>
                <a:spcAft>
                  <a:spcPts val="0"/>
                </a:spcAft>
                <a:buClrTx/>
                <a:buSzTx/>
                <a:buFontTx/>
                <a:buNone/>
              </a:pPr>
              <a:endParaRPr lang="zh-CN" altLang="zh-CN" sz="1800" b="0" i="0" u="none" strike="noStrike" kern="1200" spc="0" baseline="0">
                <a:solidFill>
                  <a:srgbClr val="FFFFFF"/>
                </a:solidFill>
                <a:latin typeface="Arial"/>
                <a:ea typeface="微软雅黑"/>
              </a:endParaRPr>
            </a:p>
          </p:txBody>
        </p:sp>
        <p:grpSp>
          <p:nvGrpSpPr>
            <p:cNvPr id="243" name="组合 120">
              <a:extLst>
                <a:ext uri="{FF2B5EF4-FFF2-40B4-BE49-F238E27FC236}">
                  <a16:creationId xmlns:a16="http://schemas.microsoft.com/office/drawing/2014/main" xmlns="" id="{39F86BCA-5F07-49BD-9F49-09C1575B76E9}"/>
                </a:ext>
              </a:extLst>
            </p:cNvPr>
            <p:cNvGrpSpPr/>
            <p:nvPr/>
          </p:nvGrpSpPr>
          <p:grpSpPr>
            <a:xfrm>
              <a:off x="226785" y="263525"/>
              <a:ext cx="228600" cy="127000"/>
              <a:chOff x="1244600" y="6096000"/>
              <a:chExt cx="228600" cy="127000"/>
            </a:xfrm>
          </p:grpSpPr>
          <p:cxnSp>
            <p:nvCxnSpPr>
              <p:cNvPr id="244" name="直接连接符 124">
                <a:extLst>
                  <a:ext uri="{FF2B5EF4-FFF2-40B4-BE49-F238E27FC236}">
                    <a16:creationId xmlns:a16="http://schemas.microsoft.com/office/drawing/2014/main" xmlns="" id="{BC167F8A-86A0-7D05-68B6-020AC0B75C6C}"/>
                  </a:ext>
                </a:extLst>
              </p:cNvPr>
              <p:cNvCxnSpPr/>
              <p:nvPr/>
            </p:nvCxnSpPr>
            <p:spPr>
              <a:xfrm>
                <a:off x="1244600" y="6096000"/>
                <a:ext cx="228600" cy="0"/>
              </a:xfrm>
              <a:prstGeom prst="line">
                <a:avLst/>
              </a:prstGeom>
              <a:ln w="25400">
                <a:solidFill>
                  <a:schemeClr val="tx1">
                    <a:lumMod val="75000"/>
                    <a:lumOff val="25000"/>
                  </a:schemeClr>
                </a:solidFill>
                <a:prstDash val="solid"/>
                <a:miter/>
              </a:ln>
            </p:spPr>
          </p:cxnSp>
          <p:cxnSp>
            <p:nvCxnSpPr>
              <p:cNvPr id="245" name="直接连接符 125">
                <a:extLst>
                  <a:ext uri="{FF2B5EF4-FFF2-40B4-BE49-F238E27FC236}">
                    <a16:creationId xmlns:a16="http://schemas.microsoft.com/office/drawing/2014/main" xmlns="" id="{2B73D721-DB23-81E8-425D-95D48196F204}"/>
                  </a:ext>
                </a:extLst>
              </p:cNvPr>
              <p:cNvCxnSpPr/>
              <p:nvPr/>
            </p:nvCxnSpPr>
            <p:spPr>
              <a:xfrm>
                <a:off x="1244600" y="6159500"/>
                <a:ext cx="228600" cy="0"/>
              </a:xfrm>
              <a:prstGeom prst="line">
                <a:avLst/>
              </a:prstGeom>
              <a:ln w="25400">
                <a:solidFill>
                  <a:schemeClr val="tx1">
                    <a:lumMod val="75000"/>
                    <a:lumOff val="25000"/>
                  </a:schemeClr>
                </a:solidFill>
                <a:prstDash val="solid"/>
                <a:miter/>
              </a:ln>
            </p:spPr>
          </p:cxnSp>
          <p:cxnSp>
            <p:nvCxnSpPr>
              <p:cNvPr id="246" name="直接连接符 126">
                <a:extLst>
                  <a:ext uri="{FF2B5EF4-FFF2-40B4-BE49-F238E27FC236}">
                    <a16:creationId xmlns:a16="http://schemas.microsoft.com/office/drawing/2014/main" xmlns="" id="{978B1F8E-948D-D5E7-B68D-A06E7CC24ABD}"/>
                  </a:ext>
                </a:extLst>
              </p:cNvPr>
              <p:cNvCxnSpPr/>
              <p:nvPr/>
            </p:nvCxnSpPr>
            <p:spPr>
              <a:xfrm>
                <a:off x="1244600" y="6223000"/>
                <a:ext cx="228600" cy="0"/>
              </a:xfrm>
              <a:prstGeom prst="line">
                <a:avLst/>
              </a:prstGeom>
              <a:ln w="25400">
                <a:solidFill>
                  <a:schemeClr val="tx1">
                    <a:lumMod val="75000"/>
                    <a:lumOff val="25000"/>
                  </a:schemeClr>
                </a:solidFill>
                <a:prstDash val="solid"/>
                <a:miter/>
              </a:ln>
            </p:spPr>
          </p:cxnSp>
        </p:grpSp>
        <p:cxnSp>
          <p:nvCxnSpPr>
            <p:cNvPr id="247" name="直接连接符 121">
              <a:extLst>
                <a:ext uri="{FF2B5EF4-FFF2-40B4-BE49-F238E27FC236}">
                  <a16:creationId xmlns:a16="http://schemas.microsoft.com/office/drawing/2014/main" xmlns="" id="{BD12D079-EFCD-B12A-4870-36588E9B3190}"/>
                </a:ext>
              </a:extLst>
            </p:cNvPr>
            <p:cNvCxnSpPr/>
            <p:nvPr/>
          </p:nvCxnSpPr>
          <p:spPr>
            <a:xfrm flipV="1">
              <a:off x="341085" y="5881688"/>
              <a:ext cx="0" cy="435769"/>
            </a:xfrm>
            <a:prstGeom prst="line">
              <a:avLst/>
            </a:prstGeom>
            <a:ln w="3175">
              <a:solidFill>
                <a:schemeClr val="tx1">
                  <a:lumMod val="75000"/>
                  <a:lumOff val="25000"/>
                </a:schemeClr>
              </a:solidFill>
              <a:prstDash val="solid"/>
              <a:miter/>
            </a:ln>
          </p:spPr>
        </p:cxnSp>
        <p:sp>
          <p:nvSpPr>
            <p:cNvPr id="248" name="文本框 122">
              <a:extLst>
                <a:ext uri="{FF2B5EF4-FFF2-40B4-BE49-F238E27FC236}">
                  <a16:creationId xmlns:a16="http://schemas.microsoft.com/office/drawing/2014/main" xmlns="" id="{860EBF27-54A1-2873-D65A-71BA61D87604}"/>
                </a:ext>
              </a:extLst>
            </p:cNvPr>
            <p:cNvSpPr txBox="1"/>
            <p:nvPr/>
          </p:nvSpPr>
          <p:spPr>
            <a:xfrm>
              <a:off x="182227" y="6400800"/>
              <a:ext cx="317716" cy="261610"/>
            </a:xfrm>
            <a:prstGeom prst="rect">
              <a:avLst/>
            </a:prstGeom>
            <a:noFill/>
          </p:spPr>
          <p:txBody>
            <a:bodyPr wrap="none"/>
            <a:lstStyle/>
            <a:p>
              <a:pPr marL="0" lvl="0" indent="0" algn="ctr" defTabSz="914400">
                <a:lnSpc>
                  <a:spcPct val="100000"/>
                </a:lnSpc>
                <a:spcBef>
                  <a:spcPts val="0"/>
                </a:spcBef>
                <a:spcAft>
                  <a:spcPts val="0"/>
                </a:spcAft>
                <a:buClrTx/>
                <a:buSzTx/>
                <a:buFontTx/>
                <a:buNone/>
              </a:pPr>
              <a:r>
                <a:rPr lang="en-US" altLang="en-US" sz="1050" b="0" i="0" u="none" strike="noStrike" kern="1200" spc="0" baseline="0" dirty="0">
                  <a:solidFill>
                    <a:srgbClr val="000000"/>
                  </a:solidFill>
                  <a:latin typeface="微软雅黑 Light"/>
                  <a:ea typeface="微软雅黑 Light"/>
                </a:rPr>
                <a:t>03</a:t>
              </a:r>
              <a:endParaRPr lang="zh-CN" altLang="zh-CN" sz="1050" b="0" i="0" u="none" strike="noStrike" kern="1200" spc="0" baseline="0" dirty="0">
                <a:solidFill>
                  <a:srgbClr val="000000"/>
                </a:solidFill>
                <a:latin typeface="微软雅黑 Light"/>
                <a:ea typeface="微软雅黑 Light"/>
              </a:endParaRPr>
            </a:p>
          </p:txBody>
        </p:sp>
        <p:cxnSp>
          <p:nvCxnSpPr>
            <p:cNvPr id="249" name="直接连接符 123">
              <a:extLst>
                <a:ext uri="{FF2B5EF4-FFF2-40B4-BE49-F238E27FC236}">
                  <a16:creationId xmlns:a16="http://schemas.microsoft.com/office/drawing/2014/main" xmlns="" id="{C1958050-1925-A866-F72F-B5808EA87BC6}"/>
                </a:ext>
              </a:extLst>
            </p:cNvPr>
            <p:cNvCxnSpPr/>
            <p:nvPr/>
          </p:nvCxnSpPr>
          <p:spPr>
            <a:xfrm flipV="1">
              <a:off x="341085" y="522288"/>
              <a:ext cx="0" cy="435769"/>
            </a:xfrm>
            <a:prstGeom prst="line">
              <a:avLst/>
            </a:prstGeom>
            <a:ln w="3175">
              <a:solidFill>
                <a:schemeClr val="tx1">
                  <a:lumMod val="75000"/>
                  <a:lumOff val="25000"/>
                </a:schemeClr>
              </a:solidFill>
              <a:prstDash val="solid"/>
              <a:miter/>
            </a:ln>
          </p:spPr>
        </p:cxnSp>
      </p:grpSp>
      <p:grpSp>
        <p:nvGrpSpPr>
          <p:cNvPr id="250" name="组合 2">
            <a:extLst>
              <a:ext uri="{FF2B5EF4-FFF2-40B4-BE49-F238E27FC236}">
                <a16:creationId xmlns:a16="http://schemas.microsoft.com/office/drawing/2014/main" xmlns="" id="{7803738C-19E8-C4A9-3352-C9982256C2AA}"/>
              </a:ext>
            </a:extLst>
          </p:cNvPr>
          <p:cNvGrpSpPr/>
          <p:nvPr/>
        </p:nvGrpSpPr>
        <p:grpSpPr>
          <a:xfrm>
            <a:off x="1027313" y="1294889"/>
            <a:ext cx="4828624" cy="4471296"/>
            <a:chOff x="1343025" y="1008292"/>
            <a:chExt cx="4114615" cy="4471296"/>
          </a:xfrm>
        </p:grpSpPr>
        <p:sp>
          <p:nvSpPr>
            <p:cNvPr id="251" name="任意多边形: 形状 32">
              <a:extLst>
                <a:ext uri="{FF2B5EF4-FFF2-40B4-BE49-F238E27FC236}">
                  <a16:creationId xmlns:a16="http://schemas.microsoft.com/office/drawing/2014/main" xmlns="" id="{C33881ED-B769-DF86-E3C0-4B6B23816C2F}"/>
                </a:ext>
              </a:extLst>
            </p:cNvPr>
            <p:cNvSpPr/>
            <p:nvPr/>
          </p:nvSpPr>
          <p:spPr>
            <a:xfrm>
              <a:off x="1470025" y="1135292"/>
              <a:ext cx="3987615" cy="4344296"/>
            </a:xfrm>
            <a:custGeom>
              <a:avLst/>
              <a:gdLst/>
              <a:ahLst/>
              <a:cxnLst/>
              <a:rect l="l" t="t" r="r" b="b"/>
              <a:pathLst>
                <a:path w="3987615" h="4344296">
                  <a:moveTo>
                    <a:pt x="0" y="0"/>
                  </a:moveTo>
                  <a:lnTo>
                    <a:pt x="3987615" y="0"/>
                  </a:lnTo>
                  <a:lnTo>
                    <a:pt x="3987615" y="4344296"/>
                  </a:lnTo>
                  <a:lnTo>
                    <a:pt x="0" y="4344296"/>
                  </a:lnTo>
                  <a:lnTo>
                    <a:pt x="0" y="0"/>
                  </a:lnTo>
                  <a:close/>
                </a:path>
              </a:pathLst>
            </a:custGeom>
            <a:solidFill>
              <a:schemeClr val="bg1">
                <a:lumMod val="85000"/>
              </a:schemeClr>
            </a:solidFill>
            <a:ln>
              <a:noFill/>
            </a:ln>
          </p:spPr>
          <p:txBody>
            <a:bodyPr wrap="square" anchor="ctr"/>
            <a:lstStyle/>
            <a:p>
              <a:pPr algn="ctr"/>
              <a:endParaRPr lang="zh-CN" altLang="zh-CN">
                <a:solidFill>
                  <a:schemeClr val="lt1"/>
                </a:solidFill>
              </a:endParaRPr>
            </a:p>
          </p:txBody>
        </p:sp>
        <p:pic>
          <p:nvPicPr>
            <p:cNvPr id="252" name="图片 144">
              <a:extLst>
                <a:ext uri="{FF2B5EF4-FFF2-40B4-BE49-F238E27FC236}">
                  <a16:creationId xmlns:a16="http://schemas.microsoft.com/office/drawing/2014/main" xmlns="" id="{5D5EB66E-37F7-CF63-F7AF-D42B9BB17BB0}"/>
                </a:ext>
              </a:extLst>
            </p:cNvPr>
            <p:cNvPicPr/>
            <p:nvPr/>
          </p:nvPicPr>
          <p:blipFill rotWithShape="1">
            <a:blip r:embed="rId3"/>
            <a:srcRect l="2599" r="39233"/>
            <a:stretch/>
          </p:blipFill>
          <p:spPr>
            <a:xfrm flipH="1">
              <a:off x="1343025" y="1008292"/>
              <a:ext cx="3987615" cy="4344296"/>
            </a:xfrm>
            <a:custGeom>
              <a:avLst/>
              <a:gdLst/>
              <a:ahLst/>
              <a:cxnLst/>
              <a:rect l="l" t="t" r="r" b="b"/>
              <a:pathLst>
                <a:path w="3987615" h="4344296">
                  <a:moveTo>
                    <a:pt x="3987615" y="0"/>
                  </a:moveTo>
                  <a:lnTo>
                    <a:pt x="0" y="0"/>
                  </a:lnTo>
                  <a:lnTo>
                    <a:pt x="0" y="4344296"/>
                  </a:lnTo>
                  <a:lnTo>
                    <a:pt x="3987615" y="4344296"/>
                  </a:lnTo>
                  <a:close/>
                </a:path>
              </a:pathLst>
            </a:custGeom>
          </p:spPr>
        </p:pic>
      </p:grpSp>
      <p:sp>
        <p:nvSpPr>
          <p:cNvPr id="253" name="文本框 64">
            <a:extLst>
              <a:ext uri="{FF2B5EF4-FFF2-40B4-BE49-F238E27FC236}">
                <a16:creationId xmlns:a16="http://schemas.microsoft.com/office/drawing/2014/main" xmlns="" id="{83BEA2C6-1A84-B00F-B370-9FF9F3037CA8}"/>
              </a:ext>
            </a:extLst>
          </p:cNvPr>
          <p:cNvSpPr txBox="1"/>
          <p:nvPr/>
        </p:nvSpPr>
        <p:spPr>
          <a:xfrm>
            <a:off x="9148881" y="4776133"/>
            <a:ext cx="2895687" cy="2646878"/>
          </a:xfrm>
          <a:prstGeom prst="rect">
            <a:avLst/>
          </a:prstGeom>
          <a:noFill/>
          <a:ln>
            <a:noFill/>
          </a:ln>
        </p:spPr>
        <p:txBody>
          <a:bodyPr wrap="square"/>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marL="0" lvl="0" indent="0" algn="r" defTabSz="914400">
              <a:lnSpc>
                <a:spcPct val="100000"/>
              </a:lnSpc>
              <a:spcBef>
                <a:spcPts val="0"/>
              </a:spcBef>
              <a:spcAft>
                <a:spcPts val="0"/>
              </a:spcAft>
              <a:buClrTx/>
              <a:buSzTx/>
              <a:buFontTx/>
              <a:buNone/>
            </a:pPr>
            <a:r>
              <a:rPr lang="en-US" altLang="en-US" sz="16600" b="1" i="0" u="none" strike="noStrike" kern="1200" spc="0" baseline="0" dirty="0">
                <a:gradFill>
                  <a:gsLst>
                    <a:gs pos="29000">
                      <a:srgbClr val="FFFFFF">
                        <a:alpha val="89000"/>
                        <a:lumMod val="65000"/>
                      </a:srgbClr>
                    </a:gs>
                    <a:gs pos="83000">
                      <a:srgbClr val="FFFFFF">
                        <a:alpha val="0"/>
                        <a:lumMod val="90000"/>
                      </a:srgbClr>
                    </a:gs>
                  </a:gsLst>
                  <a:lin ang="5400000" scaled="0"/>
                </a:gradFill>
                <a:latin typeface="Arial"/>
                <a:ea typeface="微软雅黑"/>
              </a:rPr>
              <a:t>01</a:t>
            </a:r>
            <a:endParaRPr lang="zh-CN" altLang="zh-CN" sz="16600" b="1" i="0" u="none" strike="noStrike" kern="1200" spc="0" baseline="0" dirty="0">
              <a:gradFill>
                <a:gsLst>
                  <a:gs pos="29000">
                    <a:srgbClr val="FFFFFF">
                      <a:alpha val="89000"/>
                      <a:lumMod val="65000"/>
                    </a:srgbClr>
                  </a:gs>
                  <a:gs pos="83000">
                    <a:srgbClr val="FFFFFF">
                      <a:alpha val="0"/>
                      <a:lumMod val="90000"/>
                    </a:srgbClr>
                  </a:gs>
                </a:gsLst>
                <a:lin ang="5400000" scaled="0"/>
              </a:gradFill>
              <a:latin typeface="Arial"/>
              <a:ea typeface="微软雅黑"/>
            </a:endParaRPr>
          </a:p>
        </p:txBody>
      </p:sp>
      <p:grpSp>
        <p:nvGrpSpPr>
          <p:cNvPr id="254" name="组合 1">
            <a:extLst>
              <a:ext uri="{FF2B5EF4-FFF2-40B4-BE49-F238E27FC236}">
                <a16:creationId xmlns:a16="http://schemas.microsoft.com/office/drawing/2014/main" xmlns="" id="{6A42A56E-3A2B-40DA-4256-460E414BF738}"/>
              </a:ext>
            </a:extLst>
          </p:cNvPr>
          <p:cNvGrpSpPr/>
          <p:nvPr/>
        </p:nvGrpSpPr>
        <p:grpSpPr>
          <a:xfrm>
            <a:off x="6561049" y="1423994"/>
            <a:ext cx="3797487" cy="1239706"/>
            <a:chOff x="6243776" y="2561201"/>
            <a:chExt cx="3797487" cy="1239706"/>
          </a:xfrm>
        </p:grpSpPr>
        <p:sp>
          <p:nvSpPr>
            <p:cNvPr id="255" name="文本框 65">
              <a:extLst>
                <a:ext uri="{FF2B5EF4-FFF2-40B4-BE49-F238E27FC236}">
                  <a16:creationId xmlns:a16="http://schemas.microsoft.com/office/drawing/2014/main" xmlns="" id="{29186F9C-929E-EDA8-D6AF-AD1774998AE6}"/>
                </a:ext>
              </a:extLst>
            </p:cNvPr>
            <p:cNvSpPr txBox="1"/>
            <p:nvPr/>
          </p:nvSpPr>
          <p:spPr>
            <a:xfrm>
              <a:off x="6270013" y="3438115"/>
              <a:ext cx="3771250" cy="362792"/>
            </a:xfrm>
            <a:prstGeom prst="rect">
              <a:avLst/>
            </a:prstGeom>
            <a:noFill/>
          </p:spPr>
          <p:txBody>
            <a:bodyPr wrap="square"/>
            <a:lstStyle/>
            <a:p>
              <a:pPr marL="0" lvl="0" indent="0" defTabSz="914400">
                <a:lnSpc>
                  <a:spcPct val="120000"/>
                </a:lnSpc>
                <a:spcBef>
                  <a:spcPts val="0"/>
                </a:spcBef>
                <a:spcAft>
                  <a:spcPts val="0"/>
                </a:spcAft>
                <a:buClrTx/>
                <a:buSzTx/>
                <a:buFontTx/>
                <a:buNone/>
              </a:pPr>
              <a:endParaRPr dirty="0"/>
            </a:p>
          </p:txBody>
        </p:sp>
        <p:sp>
          <p:nvSpPr>
            <p:cNvPr id="256" name="文本框 66">
              <a:extLst>
                <a:ext uri="{FF2B5EF4-FFF2-40B4-BE49-F238E27FC236}">
                  <a16:creationId xmlns:a16="http://schemas.microsoft.com/office/drawing/2014/main" xmlns="" id="{3D7AF9B3-AA95-6362-3A33-9AF61659BAD8}"/>
                </a:ext>
              </a:extLst>
            </p:cNvPr>
            <p:cNvSpPr txBox="1"/>
            <p:nvPr/>
          </p:nvSpPr>
          <p:spPr>
            <a:xfrm>
              <a:off x="6243776" y="2561201"/>
              <a:ext cx="3775393" cy="707886"/>
            </a:xfrm>
            <a:prstGeom prst="rect">
              <a:avLst/>
            </a:prstGeom>
            <a:noFill/>
          </p:spPr>
          <p:txBody>
            <a:bodyPr wrap="none"/>
            <a:lstStyle/>
            <a:p>
              <a:pPr marL="0" indent="0" defTabSz="914400">
                <a:lnSpc>
                  <a:spcPct val="100000"/>
                </a:lnSpc>
                <a:spcBef>
                  <a:spcPts val="0"/>
                </a:spcBef>
                <a:spcAft>
                  <a:spcPts val="0"/>
                </a:spcAft>
                <a:buClrTx/>
                <a:buSzTx/>
                <a:buFontTx/>
                <a:buNone/>
              </a:pPr>
              <a:r>
                <a:rPr lang="zh-CN" altLang="en-US" sz="4000" b="1" i="0" strike="noStrike" spc="0" dirty="0">
                  <a:solidFill>
                    <a:srgbClr val="262626"/>
                  </a:solidFill>
                  <a:latin typeface="微软雅黑"/>
                  <a:ea typeface="微软雅黑"/>
                </a:rPr>
                <a:t>项目目标与定位</a:t>
              </a:r>
              <a:endParaRPr dirty="0"/>
            </a:p>
          </p:txBody>
        </p:sp>
      </p:grpSp>
      <p:sp>
        <p:nvSpPr>
          <p:cNvPr id="5" name="文本框 4">
            <a:extLst>
              <a:ext uri="{FF2B5EF4-FFF2-40B4-BE49-F238E27FC236}">
                <a16:creationId xmlns:a16="http://schemas.microsoft.com/office/drawing/2014/main" xmlns="" id="{AEBECB82-B824-A1FD-035D-1B42E2F85BF7}"/>
              </a:ext>
            </a:extLst>
          </p:cNvPr>
          <p:cNvSpPr txBox="1"/>
          <p:nvPr/>
        </p:nvSpPr>
        <p:spPr>
          <a:xfrm>
            <a:off x="6561049" y="2420565"/>
            <a:ext cx="5249149" cy="2854115"/>
          </a:xfrm>
          <a:prstGeom prst="rect">
            <a:avLst/>
          </a:prstGeom>
          <a:noFill/>
        </p:spPr>
        <p:txBody>
          <a:bodyPr wrap="square">
            <a:spAutoFit/>
          </a:bodyPr>
          <a:lstStyle/>
          <a:p>
            <a:pPr>
              <a:buNone/>
            </a:pPr>
            <a:r>
              <a:rPr lang="zh-CN" altLang="en-US" sz="2000" b="1" dirty="0"/>
              <a:t>项目目标与系统定位</a:t>
            </a:r>
            <a:endParaRPr lang="zh-CN" altLang="en-US" sz="2000" dirty="0"/>
          </a:p>
          <a:p>
            <a:pPr>
              <a:buFont typeface="Arial" panose="020B0604020202020204" pitchFamily="34" charset="0"/>
              <a:buChar char="•"/>
            </a:pPr>
            <a:r>
              <a:rPr lang="zh-CN" altLang="en-US" sz="2000" dirty="0"/>
              <a:t>提供统一的课程管理入口</a:t>
            </a:r>
          </a:p>
          <a:p>
            <a:pPr>
              <a:buFont typeface="Arial" panose="020B0604020202020204" pitchFamily="34" charset="0"/>
              <a:buChar char="•"/>
            </a:pPr>
            <a:r>
              <a:rPr lang="zh-CN" altLang="en-US" sz="2000" dirty="0"/>
              <a:t>实现一键跳转至第三方课程平台</a:t>
            </a:r>
          </a:p>
          <a:p>
            <a:pPr>
              <a:buFont typeface="Arial" panose="020B0604020202020204" pitchFamily="34" charset="0"/>
              <a:buChar char="•"/>
            </a:pPr>
            <a:r>
              <a:rPr lang="zh-CN" altLang="en-US" sz="2000" dirty="0"/>
              <a:t>自动完成登录流程，减少重复操作</a:t>
            </a:r>
          </a:p>
          <a:p>
            <a:pPr>
              <a:buFont typeface="Arial" panose="020B0604020202020204" pitchFamily="34" charset="0"/>
              <a:buChar char="•"/>
            </a:pPr>
            <a:r>
              <a:rPr lang="zh-CN" altLang="en-US" sz="2000" dirty="0"/>
              <a:t>支持本地部署，保障用户数据安全</a:t>
            </a:r>
          </a:p>
          <a:p>
            <a:pPr>
              <a:buNone/>
            </a:pPr>
            <a:r>
              <a:rPr lang="zh-CN" altLang="en-US" sz="2000" dirty="0"/>
              <a:t>本项目定位为面向个人用户与小型团队的轻量级课程辅助系统。</a:t>
            </a:r>
          </a:p>
        </p:txBody>
      </p:sp>
    </p:spTree>
    <p:extLst>
      <p:ext uri="{BB962C8B-B14F-4D97-AF65-F5344CB8AC3E}">
        <p14:creationId xmlns:p14="http://schemas.microsoft.com/office/powerpoint/2010/main" val="1301749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43873E4-1001-EC1B-B4E2-A02FE7782EFE}"/>
            </a:ext>
          </a:extLst>
        </p:cNvPr>
        <p:cNvGrpSpPr/>
        <p:nvPr/>
      </p:nvGrpSpPr>
      <p:grpSpPr>
        <a:xfrm>
          <a:off x="0" y="0"/>
          <a:ext cx="0" cy="0"/>
          <a:chOff x="0" y="0"/>
          <a:chExt cx="0" cy="0"/>
        </a:xfrm>
      </p:grpSpPr>
      <p:sp>
        <p:nvSpPr>
          <p:cNvPr id="240" name="矩形 42">
            <a:extLst>
              <a:ext uri="{FF2B5EF4-FFF2-40B4-BE49-F238E27FC236}">
                <a16:creationId xmlns:a16="http://schemas.microsoft.com/office/drawing/2014/main" xmlns="" id="{1DA61F7A-65E4-425E-E14E-95173C524DB3}"/>
              </a:ext>
            </a:extLst>
          </p:cNvPr>
          <p:cNvSpPr/>
          <p:nvPr/>
        </p:nvSpPr>
        <p:spPr>
          <a:xfrm>
            <a:off x="12115800" y="0"/>
            <a:ext cx="76200" cy="6858000"/>
          </a:xfrm>
          <a:prstGeom prst="rect">
            <a:avLst/>
          </a:prstGeom>
          <a:solidFill>
            <a:schemeClr val="accent1"/>
          </a:solidFill>
          <a:ln>
            <a:noFill/>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marL="0" lvl="0" indent="0" algn="ctr" defTabSz="914400">
              <a:lnSpc>
                <a:spcPct val="100000"/>
              </a:lnSpc>
              <a:spcBef>
                <a:spcPts val="0"/>
              </a:spcBef>
              <a:spcAft>
                <a:spcPts val="0"/>
              </a:spcAft>
              <a:buClrTx/>
              <a:buSzTx/>
              <a:buFontTx/>
              <a:buNone/>
            </a:pPr>
            <a:endParaRPr lang="zh-CN" altLang="zh-CN" sz="1800" b="0" i="0" u="none" strike="noStrike" kern="1200" spc="0" baseline="0">
              <a:solidFill>
                <a:srgbClr val="FFFFFF"/>
              </a:solidFill>
              <a:latin typeface="Arial"/>
              <a:ea typeface="微软雅黑"/>
            </a:endParaRPr>
          </a:p>
        </p:txBody>
      </p:sp>
      <p:grpSp>
        <p:nvGrpSpPr>
          <p:cNvPr id="241" name="组合 118">
            <a:extLst>
              <a:ext uri="{FF2B5EF4-FFF2-40B4-BE49-F238E27FC236}">
                <a16:creationId xmlns:a16="http://schemas.microsoft.com/office/drawing/2014/main" xmlns="" id="{D5627F6B-9092-DE6E-C0D4-18A327808E15}"/>
              </a:ext>
            </a:extLst>
          </p:cNvPr>
          <p:cNvGrpSpPr/>
          <p:nvPr/>
        </p:nvGrpSpPr>
        <p:grpSpPr>
          <a:xfrm>
            <a:off x="0" y="0"/>
            <a:ext cx="682171" cy="6858000"/>
            <a:chOff x="0" y="0"/>
            <a:chExt cx="682171" cy="6858000"/>
          </a:xfrm>
        </p:grpSpPr>
        <p:sp>
          <p:nvSpPr>
            <p:cNvPr id="242" name="矩形 119">
              <a:extLst>
                <a:ext uri="{FF2B5EF4-FFF2-40B4-BE49-F238E27FC236}">
                  <a16:creationId xmlns:a16="http://schemas.microsoft.com/office/drawing/2014/main" xmlns="" id="{E3173B4B-F16D-2819-AE18-2D2BB755E0CE}"/>
                </a:ext>
              </a:extLst>
            </p:cNvPr>
            <p:cNvSpPr/>
            <p:nvPr/>
          </p:nvSpPr>
          <p:spPr>
            <a:xfrm>
              <a:off x="0" y="0"/>
              <a:ext cx="682171" cy="6858000"/>
            </a:xfrm>
            <a:prstGeom prst="rect">
              <a:avLst/>
            </a:prstGeom>
            <a:solidFill>
              <a:schemeClr val="bg1"/>
            </a:solidFill>
            <a:ln>
              <a:noFill/>
            </a:ln>
          </p:spPr>
          <p:txBody>
            <a:bodyPr anchor="ctr"/>
            <a:lstStyle/>
            <a:p>
              <a:pPr marL="0" lvl="0" indent="0" algn="ctr" defTabSz="914400">
                <a:lnSpc>
                  <a:spcPct val="100000"/>
                </a:lnSpc>
                <a:spcBef>
                  <a:spcPts val="0"/>
                </a:spcBef>
                <a:spcAft>
                  <a:spcPts val="0"/>
                </a:spcAft>
                <a:buClrTx/>
                <a:buSzTx/>
                <a:buFontTx/>
                <a:buNone/>
              </a:pPr>
              <a:endParaRPr lang="zh-CN" altLang="zh-CN" sz="1800" b="0" i="0" u="none" strike="noStrike" kern="1200" spc="0" baseline="0">
                <a:solidFill>
                  <a:srgbClr val="FFFFFF"/>
                </a:solidFill>
                <a:latin typeface="Arial"/>
                <a:ea typeface="微软雅黑"/>
              </a:endParaRPr>
            </a:p>
          </p:txBody>
        </p:sp>
        <p:grpSp>
          <p:nvGrpSpPr>
            <p:cNvPr id="243" name="组合 120">
              <a:extLst>
                <a:ext uri="{FF2B5EF4-FFF2-40B4-BE49-F238E27FC236}">
                  <a16:creationId xmlns:a16="http://schemas.microsoft.com/office/drawing/2014/main" xmlns="" id="{3D087A9F-F015-8440-996B-4EE5D2FD3BE8}"/>
                </a:ext>
              </a:extLst>
            </p:cNvPr>
            <p:cNvGrpSpPr/>
            <p:nvPr/>
          </p:nvGrpSpPr>
          <p:grpSpPr>
            <a:xfrm>
              <a:off x="226785" y="263525"/>
              <a:ext cx="228600" cy="127000"/>
              <a:chOff x="1244600" y="6096000"/>
              <a:chExt cx="228600" cy="127000"/>
            </a:xfrm>
          </p:grpSpPr>
          <p:cxnSp>
            <p:nvCxnSpPr>
              <p:cNvPr id="244" name="直接连接符 124">
                <a:extLst>
                  <a:ext uri="{FF2B5EF4-FFF2-40B4-BE49-F238E27FC236}">
                    <a16:creationId xmlns:a16="http://schemas.microsoft.com/office/drawing/2014/main" xmlns="" id="{238E2D72-216F-EBF1-E83D-ACC9F2F63FF9}"/>
                  </a:ext>
                </a:extLst>
              </p:cNvPr>
              <p:cNvCxnSpPr/>
              <p:nvPr/>
            </p:nvCxnSpPr>
            <p:spPr>
              <a:xfrm>
                <a:off x="1244600" y="6096000"/>
                <a:ext cx="228600" cy="0"/>
              </a:xfrm>
              <a:prstGeom prst="line">
                <a:avLst/>
              </a:prstGeom>
              <a:ln w="25400">
                <a:solidFill>
                  <a:schemeClr val="tx1">
                    <a:lumMod val="75000"/>
                    <a:lumOff val="25000"/>
                  </a:schemeClr>
                </a:solidFill>
                <a:prstDash val="solid"/>
                <a:miter/>
              </a:ln>
            </p:spPr>
          </p:cxnSp>
          <p:cxnSp>
            <p:nvCxnSpPr>
              <p:cNvPr id="245" name="直接连接符 125">
                <a:extLst>
                  <a:ext uri="{FF2B5EF4-FFF2-40B4-BE49-F238E27FC236}">
                    <a16:creationId xmlns:a16="http://schemas.microsoft.com/office/drawing/2014/main" xmlns="" id="{A32DCB27-BA02-537C-B0A4-75152E5F237E}"/>
                  </a:ext>
                </a:extLst>
              </p:cNvPr>
              <p:cNvCxnSpPr/>
              <p:nvPr/>
            </p:nvCxnSpPr>
            <p:spPr>
              <a:xfrm>
                <a:off x="1244600" y="6159500"/>
                <a:ext cx="228600" cy="0"/>
              </a:xfrm>
              <a:prstGeom prst="line">
                <a:avLst/>
              </a:prstGeom>
              <a:ln w="25400">
                <a:solidFill>
                  <a:schemeClr val="tx1">
                    <a:lumMod val="75000"/>
                    <a:lumOff val="25000"/>
                  </a:schemeClr>
                </a:solidFill>
                <a:prstDash val="solid"/>
                <a:miter/>
              </a:ln>
            </p:spPr>
          </p:cxnSp>
          <p:cxnSp>
            <p:nvCxnSpPr>
              <p:cNvPr id="246" name="直接连接符 126">
                <a:extLst>
                  <a:ext uri="{FF2B5EF4-FFF2-40B4-BE49-F238E27FC236}">
                    <a16:creationId xmlns:a16="http://schemas.microsoft.com/office/drawing/2014/main" xmlns="" id="{561A06C9-0B19-22DF-D5C9-8FF4F5ECF05C}"/>
                  </a:ext>
                </a:extLst>
              </p:cNvPr>
              <p:cNvCxnSpPr/>
              <p:nvPr/>
            </p:nvCxnSpPr>
            <p:spPr>
              <a:xfrm>
                <a:off x="1244600" y="6223000"/>
                <a:ext cx="228600" cy="0"/>
              </a:xfrm>
              <a:prstGeom prst="line">
                <a:avLst/>
              </a:prstGeom>
              <a:ln w="25400">
                <a:solidFill>
                  <a:schemeClr val="tx1">
                    <a:lumMod val="75000"/>
                    <a:lumOff val="25000"/>
                  </a:schemeClr>
                </a:solidFill>
                <a:prstDash val="solid"/>
                <a:miter/>
              </a:ln>
            </p:spPr>
          </p:cxnSp>
        </p:grpSp>
        <p:cxnSp>
          <p:nvCxnSpPr>
            <p:cNvPr id="247" name="直接连接符 121">
              <a:extLst>
                <a:ext uri="{FF2B5EF4-FFF2-40B4-BE49-F238E27FC236}">
                  <a16:creationId xmlns:a16="http://schemas.microsoft.com/office/drawing/2014/main" xmlns="" id="{CF072759-551A-1358-0CEA-63DA1E31DFAC}"/>
                </a:ext>
              </a:extLst>
            </p:cNvPr>
            <p:cNvCxnSpPr/>
            <p:nvPr/>
          </p:nvCxnSpPr>
          <p:spPr>
            <a:xfrm flipV="1">
              <a:off x="341085" y="5881688"/>
              <a:ext cx="0" cy="435769"/>
            </a:xfrm>
            <a:prstGeom prst="line">
              <a:avLst/>
            </a:prstGeom>
            <a:ln w="3175">
              <a:solidFill>
                <a:schemeClr val="tx1">
                  <a:lumMod val="75000"/>
                  <a:lumOff val="25000"/>
                </a:schemeClr>
              </a:solidFill>
              <a:prstDash val="solid"/>
              <a:miter/>
            </a:ln>
          </p:spPr>
        </p:cxnSp>
        <p:sp>
          <p:nvSpPr>
            <p:cNvPr id="248" name="文本框 122">
              <a:extLst>
                <a:ext uri="{FF2B5EF4-FFF2-40B4-BE49-F238E27FC236}">
                  <a16:creationId xmlns:a16="http://schemas.microsoft.com/office/drawing/2014/main" xmlns="" id="{329F1E01-2D4F-CD6A-4873-8E3613E0F4E9}"/>
                </a:ext>
              </a:extLst>
            </p:cNvPr>
            <p:cNvSpPr txBox="1"/>
            <p:nvPr/>
          </p:nvSpPr>
          <p:spPr>
            <a:xfrm>
              <a:off x="182227" y="6400800"/>
              <a:ext cx="317716" cy="261610"/>
            </a:xfrm>
            <a:prstGeom prst="rect">
              <a:avLst/>
            </a:prstGeom>
            <a:noFill/>
          </p:spPr>
          <p:txBody>
            <a:bodyPr wrap="none"/>
            <a:lstStyle/>
            <a:p>
              <a:pPr marL="0" lvl="0" indent="0" algn="ctr" defTabSz="914400">
                <a:lnSpc>
                  <a:spcPct val="100000"/>
                </a:lnSpc>
                <a:spcBef>
                  <a:spcPts val="0"/>
                </a:spcBef>
                <a:spcAft>
                  <a:spcPts val="0"/>
                </a:spcAft>
                <a:buClrTx/>
                <a:buSzTx/>
                <a:buFontTx/>
                <a:buNone/>
              </a:pPr>
              <a:r>
                <a:rPr lang="en-US" altLang="en-US" sz="1050" b="0" i="0" u="none" strike="noStrike" kern="1200" spc="0" baseline="0" dirty="0">
                  <a:solidFill>
                    <a:srgbClr val="000000"/>
                  </a:solidFill>
                  <a:latin typeface="微软雅黑 Light"/>
                  <a:ea typeface="微软雅黑 Light"/>
                </a:rPr>
                <a:t>04</a:t>
              </a:r>
            </a:p>
            <a:p>
              <a:pPr marL="0" lvl="0" indent="0" algn="ctr" defTabSz="914400">
                <a:lnSpc>
                  <a:spcPct val="100000"/>
                </a:lnSpc>
                <a:spcBef>
                  <a:spcPts val="0"/>
                </a:spcBef>
                <a:spcAft>
                  <a:spcPts val="0"/>
                </a:spcAft>
                <a:buClrTx/>
                <a:buSzTx/>
                <a:buFontTx/>
                <a:buNone/>
              </a:pPr>
              <a:endParaRPr lang="zh-CN" altLang="zh-CN" sz="1050" b="0" i="0" u="none" strike="noStrike" kern="1200" spc="0" baseline="0" dirty="0">
                <a:solidFill>
                  <a:srgbClr val="000000"/>
                </a:solidFill>
                <a:latin typeface="微软雅黑 Light"/>
                <a:ea typeface="微软雅黑 Light"/>
              </a:endParaRPr>
            </a:p>
          </p:txBody>
        </p:sp>
        <p:cxnSp>
          <p:nvCxnSpPr>
            <p:cNvPr id="249" name="直接连接符 123">
              <a:extLst>
                <a:ext uri="{FF2B5EF4-FFF2-40B4-BE49-F238E27FC236}">
                  <a16:creationId xmlns:a16="http://schemas.microsoft.com/office/drawing/2014/main" xmlns="" id="{072EDD94-C05F-8FC8-D89C-DABC3855D5B6}"/>
                </a:ext>
              </a:extLst>
            </p:cNvPr>
            <p:cNvCxnSpPr/>
            <p:nvPr/>
          </p:nvCxnSpPr>
          <p:spPr>
            <a:xfrm flipV="1">
              <a:off x="341085" y="522288"/>
              <a:ext cx="0" cy="435769"/>
            </a:xfrm>
            <a:prstGeom prst="line">
              <a:avLst/>
            </a:prstGeom>
            <a:ln w="3175">
              <a:solidFill>
                <a:schemeClr val="tx1">
                  <a:lumMod val="75000"/>
                  <a:lumOff val="25000"/>
                </a:schemeClr>
              </a:solidFill>
              <a:prstDash val="solid"/>
              <a:miter/>
            </a:ln>
          </p:spPr>
        </p:cxnSp>
      </p:grpSp>
      <p:sp>
        <p:nvSpPr>
          <p:cNvPr id="253" name="文本框 64">
            <a:extLst>
              <a:ext uri="{FF2B5EF4-FFF2-40B4-BE49-F238E27FC236}">
                <a16:creationId xmlns:a16="http://schemas.microsoft.com/office/drawing/2014/main" xmlns="" id="{1A7305BF-F51E-75CE-F76D-8A01DEBCA9F9}"/>
              </a:ext>
            </a:extLst>
          </p:cNvPr>
          <p:cNvSpPr txBox="1"/>
          <p:nvPr/>
        </p:nvSpPr>
        <p:spPr>
          <a:xfrm>
            <a:off x="7613583" y="3157086"/>
            <a:ext cx="4430985" cy="4265925"/>
          </a:xfrm>
          <a:prstGeom prst="rect">
            <a:avLst/>
          </a:prstGeom>
          <a:noFill/>
          <a:ln>
            <a:noFill/>
          </a:ln>
        </p:spPr>
        <p:txBody>
          <a:bodyPr wrap="square"/>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marL="0" lvl="0" indent="0" algn="r" defTabSz="914400">
              <a:lnSpc>
                <a:spcPct val="100000"/>
              </a:lnSpc>
              <a:spcBef>
                <a:spcPts val="0"/>
              </a:spcBef>
              <a:spcAft>
                <a:spcPts val="0"/>
              </a:spcAft>
              <a:buClrTx/>
              <a:buSzTx/>
              <a:buFontTx/>
              <a:buNone/>
            </a:pPr>
            <a:r>
              <a:rPr lang="en-US" altLang="en-US" sz="28700" b="1" i="0" u="none" strike="noStrike" kern="1200" spc="0" baseline="0" dirty="0">
                <a:gradFill>
                  <a:gsLst>
                    <a:gs pos="29000">
                      <a:srgbClr val="FFFFFF">
                        <a:alpha val="89000"/>
                        <a:lumMod val="65000"/>
                      </a:srgbClr>
                    </a:gs>
                    <a:gs pos="83000">
                      <a:srgbClr val="FFFFFF">
                        <a:alpha val="0"/>
                        <a:lumMod val="90000"/>
                      </a:srgbClr>
                    </a:gs>
                  </a:gsLst>
                  <a:lin ang="5400000" scaled="0"/>
                </a:gradFill>
                <a:latin typeface="Arial"/>
                <a:ea typeface="微软雅黑"/>
              </a:rPr>
              <a:t>02</a:t>
            </a:r>
            <a:endParaRPr lang="zh-CN" altLang="zh-CN" sz="28700" b="1" i="0" u="none" strike="noStrike" kern="1200" spc="0" baseline="0" dirty="0">
              <a:gradFill>
                <a:gsLst>
                  <a:gs pos="29000">
                    <a:srgbClr val="FFFFFF">
                      <a:alpha val="89000"/>
                      <a:lumMod val="65000"/>
                    </a:srgbClr>
                  </a:gs>
                  <a:gs pos="83000">
                    <a:srgbClr val="FFFFFF">
                      <a:alpha val="0"/>
                      <a:lumMod val="90000"/>
                    </a:srgbClr>
                  </a:gs>
                </a:gsLst>
                <a:lin ang="5400000" scaled="0"/>
              </a:gradFill>
              <a:latin typeface="Arial"/>
              <a:ea typeface="微软雅黑"/>
            </a:endParaRPr>
          </a:p>
        </p:txBody>
      </p:sp>
      <p:pic>
        <p:nvPicPr>
          <p:cNvPr id="3" name="图片 2" descr="图形用户界面, 应用程序&#10;&#10;AI 生成的内容可能不正确。">
            <a:extLst>
              <a:ext uri="{FF2B5EF4-FFF2-40B4-BE49-F238E27FC236}">
                <a16:creationId xmlns:a16="http://schemas.microsoft.com/office/drawing/2014/main" xmlns="" id="{40E864E2-2E32-18EF-269C-7844D3D098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4802" y="1119401"/>
            <a:ext cx="6025414" cy="5125579"/>
          </a:xfrm>
          <a:prstGeom prst="rect">
            <a:avLst/>
          </a:prstGeom>
        </p:spPr>
      </p:pic>
      <p:sp>
        <p:nvSpPr>
          <p:cNvPr id="5" name="文本框 4">
            <a:extLst>
              <a:ext uri="{FF2B5EF4-FFF2-40B4-BE49-F238E27FC236}">
                <a16:creationId xmlns:a16="http://schemas.microsoft.com/office/drawing/2014/main" xmlns="" id="{EEF824CA-4F5D-1A44-4800-6EE8ECD4741D}"/>
              </a:ext>
            </a:extLst>
          </p:cNvPr>
          <p:cNvSpPr txBox="1"/>
          <p:nvPr/>
        </p:nvSpPr>
        <p:spPr>
          <a:xfrm>
            <a:off x="944802" y="477343"/>
            <a:ext cx="3315256" cy="525657"/>
          </a:xfrm>
          <a:prstGeom prst="rect">
            <a:avLst/>
          </a:prstGeom>
          <a:noFill/>
        </p:spPr>
        <p:txBody>
          <a:bodyPr wrap="square">
            <a:spAutoFit/>
          </a:bodyPr>
          <a:lstStyle/>
          <a:p>
            <a:r>
              <a:rPr lang="zh-CN" altLang="en-US" sz="2400" b="1" dirty="0"/>
              <a:t>课程管理主页展示</a:t>
            </a:r>
          </a:p>
        </p:txBody>
      </p:sp>
    </p:spTree>
    <p:extLst>
      <p:ext uri="{BB962C8B-B14F-4D97-AF65-F5344CB8AC3E}">
        <p14:creationId xmlns:p14="http://schemas.microsoft.com/office/powerpoint/2010/main" val="3595787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03DD987-00D7-6280-9A2B-FD739A4F8DDB}"/>
            </a:ext>
          </a:extLst>
        </p:cNvPr>
        <p:cNvGrpSpPr/>
        <p:nvPr/>
      </p:nvGrpSpPr>
      <p:grpSpPr>
        <a:xfrm>
          <a:off x="0" y="0"/>
          <a:ext cx="0" cy="0"/>
          <a:chOff x="0" y="0"/>
          <a:chExt cx="0" cy="0"/>
        </a:xfrm>
      </p:grpSpPr>
      <p:grpSp>
        <p:nvGrpSpPr>
          <p:cNvPr id="259" name="组合 8">
            <a:extLst>
              <a:ext uri="{FF2B5EF4-FFF2-40B4-BE49-F238E27FC236}">
                <a16:creationId xmlns:a16="http://schemas.microsoft.com/office/drawing/2014/main" xmlns="" id="{6A6E54C3-AD97-8C86-E54E-2C4AF5D98AE9}"/>
              </a:ext>
            </a:extLst>
          </p:cNvPr>
          <p:cNvGrpSpPr/>
          <p:nvPr/>
        </p:nvGrpSpPr>
        <p:grpSpPr>
          <a:xfrm>
            <a:off x="0" y="0"/>
            <a:ext cx="682171" cy="6858000"/>
            <a:chOff x="0" y="0"/>
            <a:chExt cx="682171" cy="6858000"/>
          </a:xfrm>
        </p:grpSpPr>
        <p:sp>
          <p:nvSpPr>
            <p:cNvPr id="260" name="矩形 9">
              <a:extLst>
                <a:ext uri="{FF2B5EF4-FFF2-40B4-BE49-F238E27FC236}">
                  <a16:creationId xmlns:a16="http://schemas.microsoft.com/office/drawing/2014/main" xmlns="" id="{A68E5F66-68A8-2A9E-2115-F3DBD793DFA9}"/>
                </a:ext>
              </a:extLst>
            </p:cNvPr>
            <p:cNvSpPr/>
            <p:nvPr/>
          </p:nvSpPr>
          <p:spPr>
            <a:xfrm>
              <a:off x="0" y="0"/>
              <a:ext cx="682171" cy="6858000"/>
            </a:xfrm>
            <a:prstGeom prst="rect">
              <a:avLst/>
            </a:prstGeom>
            <a:solidFill>
              <a:schemeClr val="bg1"/>
            </a:solidFill>
            <a:ln>
              <a:noFill/>
            </a:ln>
          </p:spPr>
          <p:txBody>
            <a:bodyPr anchor="ctr"/>
            <a:lstStyle/>
            <a:p>
              <a:pPr algn="ctr"/>
              <a:endParaRPr lang="zh-CN" altLang="zh-CN">
                <a:solidFill>
                  <a:schemeClr val="lt1"/>
                </a:solidFill>
              </a:endParaRPr>
            </a:p>
          </p:txBody>
        </p:sp>
        <p:grpSp>
          <p:nvGrpSpPr>
            <p:cNvPr id="261" name="组合 10">
              <a:extLst>
                <a:ext uri="{FF2B5EF4-FFF2-40B4-BE49-F238E27FC236}">
                  <a16:creationId xmlns:a16="http://schemas.microsoft.com/office/drawing/2014/main" xmlns="" id="{C203A9DC-A42A-8423-FEAA-D946C2655C50}"/>
                </a:ext>
              </a:extLst>
            </p:cNvPr>
            <p:cNvGrpSpPr/>
            <p:nvPr/>
          </p:nvGrpSpPr>
          <p:grpSpPr>
            <a:xfrm>
              <a:off x="226785" y="263525"/>
              <a:ext cx="228600" cy="127000"/>
              <a:chOff x="1244600" y="6096000"/>
              <a:chExt cx="228600" cy="127000"/>
            </a:xfrm>
          </p:grpSpPr>
          <p:cxnSp>
            <p:nvCxnSpPr>
              <p:cNvPr id="262" name="直接连接符 14">
                <a:extLst>
                  <a:ext uri="{FF2B5EF4-FFF2-40B4-BE49-F238E27FC236}">
                    <a16:creationId xmlns:a16="http://schemas.microsoft.com/office/drawing/2014/main" xmlns="" id="{35A38177-4D6F-0394-E0AF-ED50F231E1E3}"/>
                  </a:ext>
                </a:extLst>
              </p:cNvPr>
              <p:cNvCxnSpPr/>
              <p:nvPr/>
            </p:nvCxnSpPr>
            <p:spPr>
              <a:xfrm>
                <a:off x="1244600" y="6096000"/>
                <a:ext cx="228600" cy="0"/>
              </a:xfrm>
              <a:prstGeom prst="line">
                <a:avLst/>
              </a:prstGeom>
              <a:ln w="25400">
                <a:solidFill>
                  <a:schemeClr val="tx1">
                    <a:lumMod val="75000"/>
                    <a:lumOff val="25000"/>
                  </a:schemeClr>
                </a:solidFill>
                <a:prstDash val="solid"/>
                <a:miter/>
              </a:ln>
            </p:spPr>
          </p:cxnSp>
          <p:cxnSp>
            <p:nvCxnSpPr>
              <p:cNvPr id="263" name="直接连接符 15">
                <a:extLst>
                  <a:ext uri="{FF2B5EF4-FFF2-40B4-BE49-F238E27FC236}">
                    <a16:creationId xmlns:a16="http://schemas.microsoft.com/office/drawing/2014/main" xmlns="" id="{32040BC6-16BF-2502-EA7E-5D92F2A6083E}"/>
                  </a:ext>
                </a:extLst>
              </p:cNvPr>
              <p:cNvCxnSpPr/>
              <p:nvPr/>
            </p:nvCxnSpPr>
            <p:spPr>
              <a:xfrm>
                <a:off x="1244600" y="6159500"/>
                <a:ext cx="228600" cy="0"/>
              </a:xfrm>
              <a:prstGeom prst="line">
                <a:avLst/>
              </a:prstGeom>
              <a:ln w="25400">
                <a:solidFill>
                  <a:schemeClr val="tx1">
                    <a:lumMod val="75000"/>
                    <a:lumOff val="25000"/>
                  </a:schemeClr>
                </a:solidFill>
                <a:prstDash val="solid"/>
                <a:miter/>
              </a:ln>
            </p:spPr>
          </p:cxnSp>
          <p:cxnSp>
            <p:nvCxnSpPr>
              <p:cNvPr id="264" name="直接连接符 16">
                <a:extLst>
                  <a:ext uri="{FF2B5EF4-FFF2-40B4-BE49-F238E27FC236}">
                    <a16:creationId xmlns:a16="http://schemas.microsoft.com/office/drawing/2014/main" xmlns="" id="{7A8CEA1C-3866-C328-8FFF-F331BD4D80D4}"/>
                  </a:ext>
                </a:extLst>
              </p:cNvPr>
              <p:cNvCxnSpPr/>
              <p:nvPr/>
            </p:nvCxnSpPr>
            <p:spPr>
              <a:xfrm>
                <a:off x="1244600" y="6223000"/>
                <a:ext cx="228600" cy="0"/>
              </a:xfrm>
              <a:prstGeom prst="line">
                <a:avLst/>
              </a:prstGeom>
              <a:ln w="25400">
                <a:solidFill>
                  <a:schemeClr val="tx1">
                    <a:lumMod val="75000"/>
                    <a:lumOff val="25000"/>
                  </a:schemeClr>
                </a:solidFill>
                <a:prstDash val="solid"/>
                <a:miter/>
              </a:ln>
            </p:spPr>
          </p:cxnSp>
        </p:grpSp>
        <p:cxnSp>
          <p:nvCxnSpPr>
            <p:cNvPr id="265" name="直接连接符 11">
              <a:extLst>
                <a:ext uri="{FF2B5EF4-FFF2-40B4-BE49-F238E27FC236}">
                  <a16:creationId xmlns:a16="http://schemas.microsoft.com/office/drawing/2014/main" xmlns="" id="{9F15C4EE-AF87-BA25-E653-5A3E09F7A423}"/>
                </a:ext>
              </a:extLst>
            </p:cNvPr>
            <p:cNvCxnSpPr/>
            <p:nvPr/>
          </p:nvCxnSpPr>
          <p:spPr>
            <a:xfrm flipV="1">
              <a:off x="341085" y="5881688"/>
              <a:ext cx="0" cy="435769"/>
            </a:xfrm>
            <a:prstGeom prst="line">
              <a:avLst/>
            </a:prstGeom>
            <a:ln w="3175">
              <a:solidFill>
                <a:schemeClr val="tx1">
                  <a:lumMod val="75000"/>
                  <a:lumOff val="25000"/>
                </a:schemeClr>
              </a:solidFill>
              <a:prstDash val="solid"/>
              <a:miter/>
            </a:ln>
          </p:spPr>
        </p:cxnSp>
        <p:sp>
          <p:nvSpPr>
            <p:cNvPr id="266" name="文本框 12">
              <a:extLst>
                <a:ext uri="{FF2B5EF4-FFF2-40B4-BE49-F238E27FC236}">
                  <a16:creationId xmlns:a16="http://schemas.microsoft.com/office/drawing/2014/main" xmlns="" id="{A005B863-916F-E235-68EF-B7AEEF56A7A5}"/>
                </a:ext>
              </a:extLst>
            </p:cNvPr>
            <p:cNvSpPr txBox="1"/>
            <p:nvPr/>
          </p:nvSpPr>
          <p:spPr>
            <a:xfrm>
              <a:off x="182227" y="6400800"/>
              <a:ext cx="317716" cy="261610"/>
            </a:xfrm>
            <a:prstGeom prst="rect">
              <a:avLst/>
            </a:prstGeom>
            <a:noFill/>
          </p:spPr>
          <p:txBody>
            <a:bodyPr wrap="none"/>
            <a:lstStyle/>
            <a:p>
              <a:pPr algn="ctr"/>
              <a:r>
                <a:rPr lang="en-US" altLang="en-US" sz="1050" dirty="0">
                  <a:latin typeface="微软雅黑 Light"/>
                  <a:ea typeface="微软雅黑 Light"/>
                </a:rPr>
                <a:t>05</a:t>
              </a:r>
              <a:endParaRPr lang="zh-CN" altLang="zh-CN" sz="1050" dirty="0">
                <a:latin typeface="微软雅黑 Light"/>
                <a:ea typeface="微软雅黑 Light"/>
              </a:endParaRPr>
            </a:p>
          </p:txBody>
        </p:sp>
        <p:cxnSp>
          <p:nvCxnSpPr>
            <p:cNvPr id="267" name="直接连接符 13">
              <a:extLst>
                <a:ext uri="{FF2B5EF4-FFF2-40B4-BE49-F238E27FC236}">
                  <a16:creationId xmlns:a16="http://schemas.microsoft.com/office/drawing/2014/main" xmlns="" id="{DD089C24-0548-739D-9DD0-3B6A89A9E93D}"/>
                </a:ext>
              </a:extLst>
            </p:cNvPr>
            <p:cNvCxnSpPr/>
            <p:nvPr/>
          </p:nvCxnSpPr>
          <p:spPr>
            <a:xfrm flipV="1">
              <a:off x="341085" y="522288"/>
              <a:ext cx="0" cy="435769"/>
            </a:xfrm>
            <a:prstGeom prst="line">
              <a:avLst/>
            </a:prstGeom>
            <a:ln w="3175">
              <a:solidFill>
                <a:schemeClr val="tx1">
                  <a:lumMod val="75000"/>
                  <a:lumOff val="25000"/>
                </a:schemeClr>
              </a:solidFill>
              <a:prstDash val="solid"/>
              <a:miter/>
            </a:ln>
          </p:spPr>
        </p:cxnSp>
      </p:grpSp>
      <p:sp>
        <p:nvSpPr>
          <p:cNvPr id="268" name="矩形 21">
            <a:extLst>
              <a:ext uri="{FF2B5EF4-FFF2-40B4-BE49-F238E27FC236}">
                <a16:creationId xmlns:a16="http://schemas.microsoft.com/office/drawing/2014/main" xmlns="" id="{943D26FF-98BA-763F-E4CB-489A201EF098}"/>
              </a:ext>
            </a:extLst>
          </p:cNvPr>
          <p:cNvSpPr/>
          <p:nvPr/>
        </p:nvSpPr>
        <p:spPr>
          <a:xfrm>
            <a:off x="12115800" y="0"/>
            <a:ext cx="76200" cy="6858000"/>
          </a:xfrm>
          <a:prstGeom prst="rect">
            <a:avLst/>
          </a:prstGeom>
          <a:solidFill>
            <a:schemeClr val="accent1"/>
          </a:solidFill>
          <a:ln>
            <a:noFill/>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ctr"/>
            <a:endParaRPr lang="zh-CN" altLang="zh-CN">
              <a:solidFill>
                <a:schemeClr val="lt1"/>
              </a:solidFill>
            </a:endParaRPr>
          </a:p>
        </p:txBody>
      </p:sp>
      <p:grpSp>
        <p:nvGrpSpPr>
          <p:cNvPr id="269" name="组合 43">
            <a:extLst>
              <a:ext uri="{FF2B5EF4-FFF2-40B4-BE49-F238E27FC236}">
                <a16:creationId xmlns:a16="http://schemas.microsoft.com/office/drawing/2014/main" xmlns="" id="{BFDD9632-6B7B-6F37-5B28-D083F0F38AEB}"/>
              </a:ext>
            </a:extLst>
          </p:cNvPr>
          <p:cNvGrpSpPr/>
          <p:nvPr/>
        </p:nvGrpSpPr>
        <p:grpSpPr>
          <a:xfrm>
            <a:off x="1023256" y="958057"/>
            <a:ext cx="4897210" cy="646331"/>
            <a:chOff x="1501775" y="1004325"/>
            <a:chExt cx="4897210" cy="646331"/>
          </a:xfrm>
        </p:grpSpPr>
        <p:sp>
          <p:nvSpPr>
            <p:cNvPr id="270" name="文本框 44">
              <a:extLst>
                <a:ext uri="{FF2B5EF4-FFF2-40B4-BE49-F238E27FC236}">
                  <a16:creationId xmlns:a16="http://schemas.microsoft.com/office/drawing/2014/main" xmlns="" id="{B331E1AE-3AE9-4DD0-D586-8BA47ECCB68F}"/>
                </a:ext>
              </a:extLst>
            </p:cNvPr>
            <p:cNvSpPr txBox="1"/>
            <p:nvPr/>
          </p:nvSpPr>
          <p:spPr>
            <a:xfrm>
              <a:off x="1597671" y="1004325"/>
              <a:ext cx="4801314" cy="646331"/>
            </a:xfrm>
            <a:prstGeom prst="rect">
              <a:avLst/>
            </a:prstGeom>
            <a:noFill/>
          </p:spPr>
          <p:txBody>
            <a:bodyPr wrap="none"/>
            <a:lstStyle/>
            <a:p>
              <a:r>
                <a:rPr lang="zh-CN" altLang="en-US" sz="3600" b="1" dirty="0">
                  <a:solidFill>
                    <a:srgbClr val="262626"/>
                  </a:solidFill>
                  <a:latin typeface="微软雅黑"/>
                  <a:ea typeface="微软雅黑"/>
                </a:rPr>
                <a:t>系统功能概览</a:t>
              </a:r>
              <a:endParaRPr dirty="0"/>
            </a:p>
          </p:txBody>
        </p:sp>
        <p:cxnSp>
          <p:nvCxnSpPr>
            <p:cNvPr id="271" name="直接连接符 45">
              <a:extLst>
                <a:ext uri="{FF2B5EF4-FFF2-40B4-BE49-F238E27FC236}">
                  <a16:creationId xmlns:a16="http://schemas.microsoft.com/office/drawing/2014/main" xmlns="" id="{648F1FED-7C23-CD2A-C719-01D86735FD46}"/>
                </a:ext>
              </a:extLst>
            </p:cNvPr>
            <p:cNvCxnSpPr/>
            <p:nvPr/>
          </p:nvCxnSpPr>
          <p:spPr>
            <a:xfrm>
              <a:off x="1501775" y="1101725"/>
              <a:ext cx="0" cy="455613"/>
            </a:xfrm>
            <a:prstGeom prst="line">
              <a:avLst/>
            </a:prstGeom>
            <a:ln w="63500">
              <a:solidFill>
                <a:schemeClr val="accent1"/>
              </a:solidFill>
              <a:prstDash val="solid"/>
              <a:miter/>
            </a:ln>
          </p:spPr>
        </p:cxnSp>
      </p:grpSp>
      <p:sp>
        <p:nvSpPr>
          <p:cNvPr id="272" name="矩形: 圆角 67">
            <a:extLst>
              <a:ext uri="{FF2B5EF4-FFF2-40B4-BE49-F238E27FC236}">
                <a16:creationId xmlns:a16="http://schemas.microsoft.com/office/drawing/2014/main" xmlns="" id="{EFAAF629-E625-73C8-06F9-4FB4598139E2}"/>
              </a:ext>
            </a:extLst>
          </p:cNvPr>
          <p:cNvSpPr/>
          <p:nvPr/>
        </p:nvSpPr>
        <p:spPr>
          <a:xfrm>
            <a:off x="4489740" y="2398724"/>
            <a:ext cx="2923142" cy="2923142"/>
          </a:xfrm>
          <a:prstGeom prst="roundRect">
            <a:avLst>
              <a:gd name="adj" fmla="val 50000"/>
            </a:avLst>
          </a:prstGeom>
          <a:solidFill>
            <a:schemeClr val="accent1"/>
          </a:solidFill>
          <a:ln>
            <a:noFill/>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ctr"/>
            <a:endParaRPr lang="zh-CN" altLang="zh-CN" sz="2000">
              <a:solidFill>
                <a:schemeClr val="lt1"/>
              </a:solidFill>
            </a:endParaRPr>
          </a:p>
        </p:txBody>
      </p:sp>
      <p:sp>
        <p:nvSpPr>
          <p:cNvPr id="274" name="文本框 69">
            <a:extLst>
              <a:ext uri="{FF2B5EF4-FFF2-40B4-BE49-F238E27FC236}">
                <a16:creationId xmlns:a16="http://schemas.microsoft.com/office/drawing/2014/main" xmlns="" id="{FECC39DE-599C-A807-22F9-740C7474F624}"/>
              </a:ext>
            </a:extLst>
          </p:cNvPr>
          <p:cNvSpPr txBox="1"/>
          <p:nvPr/>
        </p:nvSpPr>
        <p:spPr>
          <a:xfrm>
            <a:off x="4930450" y="3475705"/>
            <a:ext cx="2111881" cy="1307198"/>
          </a:xfrm>
          <a:prstGeom prst="rect">
            <a:avLst/>
          </a:prstGeom>
          <a:noFill/>
        </p:spPr>
        <p:txBody>
          <a:bodyPr wrap="none"/>
          <a:lstStyle>
            <a:lvl1pPr lvl="0" algn="ctr">
              <a:defRPr sz="2000" b="1"/>
            </a:lvl1pPr>
          </a:lstStyle>
          <a:p>
            <a:r>
              <a:rPr lang="zh-CN" altLang="en-US" sz="2800" dirty="0">
                <a:solidFill>
                  <a:schemeClr val="bg1"/>
                </a:solidFill>
              </a:rPr>
              <a:t>系统功能概览</a:t>
            </a:r>
            <a:endParaRPr sz="2800" dirty="0"/>
          </a:p>
        </p:txBody>
      </p:sp>
      <p:sp>
        <p:nvSpPr>
          <p:cNvPr id="276" name="文本框 91">
            <a:extLst>
              <a:ext uri="{FF2B5EF4-FFF2-40B4-BE49-F238E27FC236}">
                <a16:creationId xmlns:a16="http://schemas.microsoft.com/office/drawing/2014/main" xmlns="" id="{8A200B36-9EF7-255F-94D1-A9C65BF3A5AD}"/>
              </a:ext>
            </a:extLst>
          </p:cNvPr>
          <p:cNvSpPr txBox="1"/>
          <p:nvPr/>
        </p:nvSpPr>
        <p:spPr>
          <a:xfrm>
            <a:off x="924226" y="2225455"/>
            <a:ext cx="1723549" cy="400110"/>
          </a:xfrm>
          <a:prstGeom prst="rect">
            <a:avLst/>
          </a:prstGeom>
          <a:noFill/>
        </p:spPr>
        <p:txBody>
          <a:bodyPr wrap="none"/>
          <a:lstStyle>
            <a:lvl1pPr marL="0" lvl="0" algn="ctr" defTabSz="914400">
              <a:lnSpc>
                <a:spcPct val="130000"/>
              </a:lnSpc>
              <a:defRPr sz="2000" b="1"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l"/>
            <a:r>
              <a:rPr lang="zh-CN" altLang="en-US" dirty="0"/>
              <a:t>用户认证与登录管理</a:t>
            </a:r>
            <a:endParaRPr dirty="0"/>
          </a:p>
        </p:txBody>
      </p:sp>
      <p:sp>
        <p:nvSpPr>
          <p:cNvPr id="278" name="椭圆 32">
            <a:extLst>
              <a:ext uri="{FF2B5EF4-FFF2-40B4-BE49-F238E27FC236}">
                <a16:creationId xmlns:a16="http://schemas.microsoft.com/office/drawing/2014/main" xmlns="" id="{83416103-EACD-DA3D-B45E-3BF9D1E66AD3}"/>
              </a:ext>
            </a:extLst>
          </p:cNvPr>
          <p:cNvSpPr/>
          <p:nvPr/>
        </p:nvSpPr>
        <p:spPr>
          <a:xfrm>
            <a:off x="5043864" y="2636747"/>
            <a:ext cx="80650" cy="80650"/>
          </a:xfrm>
          <a:prstGeom prst="ellipse">
            <a:avLst/>
          </a:prstGeom>
          <a:solidFill>
            <a:schemeClr val="bg1"/>
          </a:solidFill>
          <a:ln w="12700">
            <a:solidFill>
              <a:schemeClr val="accent1"/>
            </a:solidFill>
            <a:prstDash val="solid"/>
            <a:miter/>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ctr"/>
            <a:endParaRPr lang="zh-CN" altLang="zh-CN" sz="2000">
              <a:solidFill>
                <a:schemeClr val="lt1"/>
              </a:solidFill>
            </a:endParaRPr>
          </a:p>
        </p:txBody>
      </p:sp>
      <p:sp>
        <p:nvSpPr>
          <p:cNvPr id="279" name="文本框 51">
            <a:extLst>
              <a:ext uri="{FF2B5EF4-FFF2-40B4-BE49-F238E27FC236}">
                <a16:creationId xmlns:a16="http://schemas.microsoft.com/office/drawing/2014/main" xmlns="" id="{7588E4D2-4439-C0B3-BA56-874848E5D146}"/>
              </a:ext>
            </a:extLst>
          </p:cNvPr>
          <p:cNvSpPr txBox="1"/>
          <p:nvPr/>
        </p:nvSpPr>
        <p:spPr>
          <a:xfrm>
            <a:off x="924226" y="4340694"/>
            <a:ext cx="1723549" cy="400110"/>
          </a:xfrm>
          <a:prstGeom prst="rect">
            <a:avLst/>
          </a:prstGeom>
          <a:noFill/>
        </p:spPr>
        <p:txBody>
          <a:bodyPr wrap="none"/>
          <a:lstStyle>
            <a:lvl1pPr marL="0" lvl="0" algn="ctr" defTabSz="914400">
              <a:lnSpc>
                <a:spcPct val="130000"/>
              </a:lnSpc>
              <a:defRPr sz="2000" b="1"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l"/>
            <a:r>
              <a:rPr lang="zh-CN" altLang="en-US" dirty="0"/>
              <a:t>课程信息的集中管理</a:t>
            </a:r>
            <a:endParaRPr dirty="0"/>
          </a:p>
        </p:txBody>
      </p:sp>
      <p:sp>
        <p:nvSpPr>
          <p:cNvPr id="281" name="椭圆 78">
            <a:extLst>
              <a:ext uri="{FF2B5EF4-FFF2-40B4-BE49-F238E27FC236}">
                <a16:creationId xmlns:a16="http://schemas.microsoft.com/office/drawing/2014/main" xmlns="" id="{70E72E75-8570-A455-D713-481452F37671}"/>
              </a:ext>
            </a:extLst>
          </p:cNvPr>
          <p:cNvSpPr/>
          <p:nvPr/>
        </p:nvSpPr>
        <p:spPr>
          <a:xfrm>
            <a:off x="4753035" y="4751986"/>
            <a:ext cx="80650" cy="80650"/>
          </a:xfrm>
          <a:prstGeom prst="ellipse">
            <a:avLst/>
          </a:prstGeom>
          <a:solidFill>
            <a:schemeClr val="bg1"/>
          </a:solidFill>
          <a:ln w="12700">
            <a:solidFill>
              <a:schemeClr val="accent1"/>
            </a:solidFill>
            <a:prstDash val="solid"/>
            <a:miter/>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ctr"/>
            <a:endParaRPr lang="zh-CN" altLang="zh-CN" sz="2000">
              <a:solidFill>
                <a:schemeClr val="lt1"/>
              </a:solidFill>
            </a:endParaRPr>
          </a:p>
        </p:txBody>
      </p:sp>
      <p:sp>
        <p:nvSpPr>
          <p:cNvPr id="282" name="文本框 54">
            <a:extLst>
              <a:ext uri="{FF2B5EF4-FFF2-40B4-BE49-F238E27FC236}">
                <a16:creationId xmlns:a16="http://schemas.microsoft.com/office/drawing/2014/main" xmlns="" id="{2B6B187D-E36F-CAD3-9C88-67320F1FE86B}"/>
              </a:ext>
            </a:extLst>
          </p:cNvPr>
          <p:cNvSpPr txBox="1"/>
          <p:nvPr/>
        </p:nvSpPr>
        <p:spPr>
          <a:xfrm>
            <a:off x="9193157" y="3023828"/>
            <a:ext cx="1723549" cy="400110"/>
          </a:xfrm>
          <a:prstGeom prst="rect">
            <a:avLst/>
          </a:prstGeom>
          <a:noFill/>
        </p:spPr>
        <p:txBody>
          <a:bodyPr wrap="none"/>
          <a:lstStyle>
            <a:lvl1pPr marL="0" lvl="0" algn="ctr" defTabSz="914400">
              <a:lnSpc>
                <a:spcPct val="130000"/>
              </a:lnSpc>
              <a:defRPr sz="2000" b="1"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r"/>
            <a:r>
              <a:rPr lang="zh-CN" altLang="en-US" dirty="0"/>
              <a:t>课程自动登录与跳转</a:t>
            </a:r>
            <a:endParaRPr dirty="0"/>
          </a:p>
        </p:txBody>
      </p:sp>
      <p:sp>
        <p:nvSpPr>
          <p:cNvPr id="284" name="椭圆 79">
            <a:extLst>
              <a:ext uri="{FF2B5EF4-FFF2-40B4-BE49-F238E27FC236}">
                <a16:creationId xmlns:a16="http://schemas.microsoft.com/office/drawing/2014/main" xmlns="" id="{833CBCCD-301D-377C-F6CD-309BCA83F750}"/>
              </a:ext>
            </a:extLst>
          </p:cNvPr>
          <p:cNvSpPr/>
          <p:nvPr/>
        </p:nvSpPr>
        <p:spPr>
          <a:xfrm>
            <a:off x="7284546" y="3435120"/>
            <a:ext cx="80650" cy="80650"/>
          </a:xfrm>
          <a:prstGeom prst="ellipse">
            <a:avLst/>
          </a:prstGeom>
          <a:solidFill>
            <a:schemeClr val="bg1"/>
          </a:solidFill>
          <a:ln w="12700">
            <a:solidFill>
              <a:schemeClr val="accent1"/>
            </a:solidFill>
            <a:prstDash val="solid"/>
            <a:miter/>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ctr"/>
            <a:endParaRPr lang="zh-CN" altLang="zh-CN" sz="2000">
              <a:solidFill>
                <a:schemeClr val="lt1"/>
              </a:solidFill>
            </a:endParaRPr>
          </a:p>
        </p:txBody>
      </p:sp>
      <p:pic>
        <p:nvPicPr>
          <p:cNvPr id="285" name="图片 2">
            <a:extLst>
              <a:ext uri="{FF2B5EF4-FFF2-40B4-BE49-F238E27FC236}">
                <a16:creationId xmlns:a16="http://schemas.microsoft.com/office/drawing/2014/main" xmlns="" id="{72DD58FC-E912-0CE6-D094-335EE3678BBB}"/>
              </a:ext>
            </a:extLst>
          </p:cNvPr>
          <p:cNvPicPr/>
          <p:nvPr/>
        </p:nvPicPr>
        <p:blipFill>
          <a:blip r:embed="rId2"/>
          <a:stretch/>
        </p:blipFill>
        <p:spPr>
          <a:xfrm flipV="1">
            <a:off x="954082" y="2661306"/>
            <a:ext cx="4176122" cy="12718"/>
          </a:xfrm>
          <a:prstGeom prst="rect">
            <a:avLst/>
          </a:prstGeom>
        </p:spPr>
      </p:pic>
      <p:pic>
        <p:nvPicPr>
          <p:cNvPr id="286" name="图片 3">
            <a:extLst>
              <a:ext uri="{FF2B5EF4-FFF2-40B4-BE49-F238E27FC236}">
                <a16:creationId xmlns:a16="http://schemas.microsoft.com/office/drawing/2014/main" xmlns="" id="{BA97AE51-ACEE-97A7-1DC9-2A92FF07D392}"/>
              </a:ext>
            </a:extLst>
          </p:cNvPr>
          <p:cNvPicPr/>
          <p:nvPr/>
        </p:nvPicPr>
        <p:blipFill>
          <a:blip r:embed="rId3"/>
          <a:stretch/>
        </p:blipFill>
        <p:spPr>
          <a:xfrm flipV="1">
            <a:off x="1000088" y="4776544"/>
            <a:ext cx="3810330" cy="12718"/>
          </a:xfrm>
          <a:prstGeom prst="rect">
            <a:avLst/>
          </a:prstGeom>
        </p:spPr>
      </p:pic>
      <p:pic>
        <p:nvPicPr>
          <p:cNvPr id="287" name="图片 4">
            <a:extLst>
              <a:ext uri="{FF2B5EF4-FFF2-40B4-BE49-F238E27FC236}">
                <a16:creationId xmlns:a16="http://schemas.microsoft.com/office/drawing/2014/main" xmlns="" id="{8FB4210C-8175-3187-E3C8-50C49CFBB6BB}"/>
              </a:ext>
            </a:extLst>
          </p:cNvPr>
          <p:cNvPicPr/>
          <p:nvPr/>
        </p:nvPicPr>
        <p:blipFill>
          <a:blip r:embed="rId4"/>
          <a:stretch/>
        </p:blipFill>
        <p:spPr>
          <a:xfrm flipV="1">
            <a:off x="7042331" y="3459678"/>
            <a:ext cx="3804234" cy="12718"/>
          </a:xfrm>
          <a:prstGeom prst="rect">
            <a:avLst/>
          </a:prstGeom>
        </p:spPr>
      </p:pic>
      <p:sp>
        <p:nvSpPr>
          <p:cNvPr id="4" name="文本框 54">
            <a:extLst>
              <a:ext uri="{FF2B5EF4-FFF2-40B4-BE49-F238E27FC236}">
                <a16:creationId xmlns:a16="http://schemas.microsoft.com/office/drawing/2014/main" xmlns="" id="{86F83F15-4BDA-DF46-DF50-E430CB3F4289}"/>
              </a:ext>
            </a:extLst>
          </p:cNvPr>
          <p:cNvSpPr txBox="1"/>
          <p:nvPr/>
        </p:nvSpPr>
        <p:spPr>
          <a:xfrm>
            <a:off x="8497728" y="5038684"/>
            <a:ext cx="1723549" cy="400110"/>
          </a:xfrm>
          <a:prstGeom prst="rect">
            <a:avLst/>
          </a:prstGeom>
          <a:noFill/>
        </p:spPr>
        <p:txBody>
          <a:bodyPr wrap="none"/>
          <a:lstStyle>
            <a:lvl1pPr marL="0" lvl="0" algn="ctr" defTabSz="914400">
              <a:lnSpc>
                <a:spcPct val="130000"/>
              </a:lnSpc>
              <a:defRPr sz="2000" b="1"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r>
              <a:rPr lang="zh-CN" altLang="en-US" dirty="0"/>
              <a:t>视频播放与学习辅助功能</a:t>
            </a:r>
          </a:p>
        </p:txBody>
      </p:sp>
      <p:sp>
        <p:nvSpPr>
          <p:cNvPr id="6" name="椭圆 79">
            <a:extLst>
              <a:ext uri="{FF2B5EF4-FFF2-40B4-BE49-F238E27FC236}">
                <a16:creationId xmlns:a16="http://schemas.microsoft.com/office/drawing/2014/main" xmlns="" id="{BB2AC311-B3E7-0731-0003-F7F2C491D605}"/>
              </a:ext>
            </a:extLst>
          </p:cNvPr>
          <p:cNvSpPr/>
          <p:nvPr/>
        </p:nvSpPr>
        <p:spPr>
          <a:xfrm>
            <a:off x="6678576" y="5018161"/>
            <a:ext cx="80650" cy="80650"/>
          </a:xfrm>
          <a:prstGeom prst="ellipse">
            <a:avLst/>
          </a:prstGeom>
          <a:solidFill>
            <a:schemeClr val="bg1"/>
          </a:solidFill>
          <a:ln w="12700">
            <a:solidFill>
              <a:schemeClr val="accent1"/>
            </a:solidFill>
            <a:prstDash val="solid"/>
            <a:miter/>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ctr"/>
            <a:endParaRPr lang="zh-CN" altLang="zh-CN" sz="2000">
              <a:solidFill>
                <a:schemeClr val="lt1"/>
              </a:solidFill>
            </a:endParaRPr>
          </a:p>
        </p:txBody>
      </p:sp>
      <p:pic>
        <p:nvPicPr>
          <p:cNvPr id="7" name="图片 4">
            <a:extLst>
              <a:ext uri="{FF2B5EF4-FFF2-40B4-BE49-F238E27FC236}">
                <a16:creationId xmlns:a16="http://schemas.microsoft.com/office/drawing/2014/main" xmlns="" id="{26D00128-B23B-4832-53EB-9C6B1DBA18E7}"/>
              </a:ext>
            </a:extLst>
          </p:cNvPr>
          <p:cNvPicPr/>
          <p:nvPr/>
        </p:nvPicPr>
        <p:blipFill>
          <a:blip r:embed="rId4"/>
          <a:stretch/>
        </p:blipFill>
        <p:spPr>
          <a:xfrm flipV="1">
            <a:off x="6436361" y="5042719"/>
            <a:ext cx="3804234" cy="12718"/>
          </a:xfrm>
          <a:prstGeom prst="rect">
            <a:avLst/>
          </a:prstGeom>
        </p:spPr>
      </p:pic>
    </p:spTree>
    <p:extLst>
      <p:ext uri="{BB962C8B-B14F-4D97-AF65-F5344CB8AC3E}">
        <p14:creationId xmlns:p14="http://schemas.microsoft.com/office/powerpoint/2010/main" val="1158552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20CB68F-1EDC-907D-0CE8-9650219ACAAB}"/>
            </a:ext>
          </a:extLst>
        </p:cNvPr>
        <p:cNvGrpSpPr/>
        <p:nvPr/>
      </p:nvGrpSpPr>
      <p:grpSpPr>
        <a:xfrm>
          <a:off x="0" y="0"/>
          <a:ext cx="0" cy="0"/>
          <a:chOff x="0" y="0"/>
          <a:chExt cx="0" cy="0"/>
        </a:xfrm>
      </p:grpSpPr>
      <p:grpSp>
        <p:nvGrpSpPr>
          <p:cNvPr id="40" name="组合 8">
            <a:extLst>
              <a:ext uri="{FF2B5EF4-FFF2-40B4-BE49-F238E27FC236}">
                <a16:creationId xmlns:a16="http://schemas.microsoft.com/office/drawing/2014/main" xmlns="" id="{61F70F32-17F8-3DB1-39D4-A1E277796F6C}"/>
              </a:ext>
            </a:extLst>
          </p:cNvPr>
          <p:cNvGrpSpPr/>
          <p:nvPr/>
        </p:nvGrpSpPr>
        <p:grpSpPr>
          <a:xfrm>
            <a:off x="0" y="0"/>
            <a:ext cx="682171" cy="6858000"/>
            <a:chOff x="0" y="0"/>
            <a:chExt cx="682171" cy="6858000"/>
          </a:xfrm>
        </p:grpSpPr>
        <p:sp>
          <p:nvSpPr>
            <p:cNvPr id="41" name="矩形 9">
              <a:extLst>
                <a:ext uri="{FF2B5EF4-FFF2-40B4-BE49-F238E27FC236}">
                  <a16:creationId xmlns:a16="http://schemas.microsoft.com/office/drawing/2014/main" xmlns="" id="{46B0E77C-1BD3-C73D-ADB9-2BF4127A4AA8}"/>
                </a:ext>
              </a:extLst>
            </p:cNvPr>
            <p:cNvSpPr/>
            <p:nvPr/>
          </p:nvSpPr>
          <p:spPr>
            <a:xfrm>
              <a:off x="0" y="0"/>
              <a:ext cx="682171" cy="6858000"/>
            </a:xfrm>
            <a:prstGeom prst="rect">
              <a:avLst/>
            </a:prstGeom>
            <a:solidFill>
              <a:schemeClr val="bg1"/>
            </a:solidFill>
            <a:ln>
              <a:noFill/>
            </a:ln>
          </p:spPr>
          <p:txBody>
            <a:bodyPr anchor="ctr"/>
            <a:lstStyle/>
            <a:p>
              <a:pPr algn="ctr"/>
              <a:endParaRPr lang="zh-CN" altLang="zh-CN">
                <a:solidFill>
                  <a:schemeClr val="lt1"/>
                </a:solidFill>
              </a:endParaRPr>
            </a:p>
          </p:txBody>
        </p:sp>
        <p:grpSp>
          <p:nvGrpSpPr>
            <p:cNvPr id="42" name="组合 10">
              <a:extLst>
                <a:ext uri="{FF2B5EF4-FFF2-40B4-BE49-F238E27FC236}">
                  <a16:creationId xmlns:a16="http://schemas.microsoft.com/office/drawing/2014/main" xmlns="" id="{563ED087-EF2B-07A5-2035-8CE32D3913CC}"/>
                </a:ext>
              </a:extLst>
            </p:cNvPr>
            <p:cNvGrpSpPr/>
            <p:nvPr/>
          </p:nvGrpSpPr>
          <p:grpSpPr>
            <a:xfrm>
              <a:off x="226785" y="263525"/>
              <a:ext cx="228600" cy="127000"/>
              <a:chOff x="1244600" y="6096000"/>
              <a:chExt cx="228600" cy="127000"/>
            </a:xfrm>
          </p:grpSpPr>
          <p:cxnSp>
            <p:nvCxnSpPr>
              <p:cNvPr id="43" name="直接连接符 14">
                <a:extLst>
                  <a:ext uri="{FF2B5EF4-FFF2-40B4-BE49-F238E27FC236}">
                    <a16:creationId xmlns:a16="http://schemas.microsoft.com/office/drawing/2014/main" xmlns="" id="{84CD5BE5-7424-A24B-0E33-628512EDF6B4}"/>
                  </a:ext>
                </a:extLst>
              </p:cNvPr>
              <p:cNvCxnSpPr/>
              <p:nvPr/>
            </p:nvCxnSpPr>
            <p:spPr>
              <a:xfrm>
                <a:off x="1244600" y="6096000"/>
                <a:ext cx="228600" cy="0"/>
              </a:xfrm>
              <a:prstGeom prst="line">
                <a:avLst/>
              </a:prstGeom>
              <a:ln w="25400">
                <a:solidFill>
                  <a:schemeClr val="tx1">
                    <a:lumMod val="75000"/>
                    <a:lumOff val="25000"/>
                  </a:schemeClr>
                </a:solidFill>
                <a:prstDash val="solid"/>
                <a:miter/>
              </a:ln>
            </p:spPr>
          </p:cxnSp>
          <p:cxnSp>
            <p:nvCxnSpPr>
              <p:cNvPr id="44" name="直接连接符 15">
                <a:extLst>
                  <a:ext uri="{FF2B5EF4-FFF2-40B4-BE49-F238E27FC236}">
                    <a16:creationId xmlns:a16="http://schemas.microsoft.com/office/drawing/2014/main" xmlns="" id="{5C2491FC-3851-1550-57A5-AEC513440D0B}"/>
                  </a:ext>
                </a:extLst>
              </p:cNvPr>
              <p:cNvCxnSpPr/>
              <p:nvPr/>
            </p:nvCxnSpPr>
            <p:spPr>
              <a:xfrm>
                <a:off x="1244600" y="6159500"/>
                <a:ext cx="228600" cy="0"/>
              </a:xfrm>
              <a:prstGeom prst="line">
                <a:avLst/>
              </a:prstGeom>
              <a:ln w="25400">
                <a:solidFill>
                  <a:schemeClr val="tx1">
                    <a:lumMod val="75000"/>
                    <a:lumOff val="25000"/>
                  </a:schemeClr>
                </a:solidFill>
                <a:prstDash val="solid"/>
                <a:miter/>
              </a:ln>
            </p:spPr>
          </p:cxnSp>
          <p:cxnSp>
            <p:nvCxnSpPr>
              <p:cNvPr id="45" name="直接连接符 16">
                <a:extLst>
                  <a:ext uri="{FF2B5EF4-FFF2-40B4-BE49-F238E27FC236}">
                    <a16:creationId xmlns:a16="http://schemas.microsoft.com/office/drawing/2014/main" xmlns="" id="{DA571605-E389-377B-5731-C8DF74CF8B43}"/>
                  </a:ext>
                </a:extLst>
              </p:cNvPr>
              <p:cNvCxnSpPr/>
              <p:nvPr/>
            </p:nvCxnSpPr>
            <p:spPr>
              <a:xfrm>
                <a:off x="1244600" y="6223000"/>
                <a:ext cx="228600" cy="0"/>
              </a:xfrm>
              <a:prstGeom prst="line">
                <a:avLst/>
              </a:prstGeom>
              <a:ln w="25400">
                <a:solidFill>
                  <a:schemeClr val="tx1">
                    <a:lumMod val="75000"/>
                    <a:lumOff val="25000"/>
                  </a:schemeClr>
                </a:solidFill>
                <a:prstDash val="solid"/>
                <a:miter/>
              </a:ln>
            </p:spPr>
          </p:cxnSp>
        </p:grpSp>
        <p:cxnSp>
          <p:nvCxnSpPr>
            <p:cNvPr id="46" name="直接连接符 11">
              <a:extLst>
                <a:ext uri="{FF2B5EF4-FFF2-40B4-BE49-F238E27FC236}">
                  <a16:creationId xmlns:a16="http://schemas.microsoft.com/office/drawing/2014/main" xmlns="" id="{1EEEA819-F136-ADF5-D699-C3B615938C8F}"/>
                </a:ext>
              </a:extLst>
            </p:cNvPr>
            <p:cNvCxnSpPr/>
            <p:nvPr/>
          </p:nvCxnSpPr>
          <p:spPr>
            <a:xfrm flipV="1">
              <a:off x="341085" y="5881688"/>
              <a:ext cx="0" cy="435769"/>
            </a:xfrm>
            <a:prstGeom prst="line">
              <a:avLst/>
            </a:prstGeom>
            <a:ln w="3175">
              <a:solidFill>
                <a:schemeClr val="tx1">
                  <a:lumMod val="75000"/>
                  <a:lumOff val="25000"/>
                </a:schemeClr>
              </a:solidFill>
              <a:prstDash val="solid"/>
              <a:miter/>
            </a:ln>
          </p:spPr>
        </p:cxnSp>
        <p:sp>
          <p:nvSpPr>
            <p:cNvPr id="47" name="文本框 12">
              <a:extLst>
                <a:ext uri="{FF2B5EF4-FFF2-40B4-BE49-F238E27FC236}">
                  <a16:creationId xmlns:a16="http://schemas.microsoft.com/office/drawing/2014/main" xmlns="" id="{C6CBBC26-1F46-4F99-06C9-A0F7B8A34B8A}"/>
                </a:ext>
              </a:extLst>
            </p:cNvPr>
            <p:cNvSpPr txBox="1"/>
            <p:nvPr/>
          </p:nvSpPr>
          <p:spPr>
            <a:xfrm>
              <a:off x="182227" y="6400800"/>
              <a:ext cx="317716" cy="261610"/>
            </a:xfrm>
            <a:prstGeom prst="rect">
              <a:avLst/>
            </a:prstGeom>
            <a:noFill/>
          </p:spPr>
          <p:txBody>
            <a:bodyPr wrap="none"/>
            <a:lstStyle/>
            <a:p>
              <a:pPr algn="ctr"/>
              <a:r>
                <a:rPr lang="en-US" altLang="en-US" sz="1050" dirty="0">
                  <a:latin typeface="微软雅黑 Light"/>
                  <a:ea typeface="微软雅黑 Light"/>
                </a:rPr>
                <a:t>06</a:t>
              </a:r>
            </a:p>
            <a:p>
              <a:pPr algn="ctr"/>
              <a:endParaRPr lang="en-US" altLang="en-US" sz="1050" dirty="0">
                <a:latin typeface="微软雅黑 Light"/>
                <a:ea typeface="微软雅黑 Light"/>
              </a:endParaRPr>
            </a:p>
            <a:p>
              <a:pPr algn="ctr"/>
              <a:endParaRPr lang="zh-CN" altLang="zh-CN" sz="1050" dirty="0">
                <a:latin typeface="微软雅黑 Light"/>
                <a:ea typeface="微软雅黑 Light"/>
              </a:endParaRPr>
            </a:p>
          </p:txBody>
        </p:sp>
        <p:cxnSp>
          <p:nvCxnSpPr>
            <p:cNvPr id="48" name="直接连接符 13">
              <a:extLst>
                <a:ext uri="{FF2B5EF4-FFF2-40B4-BE49-F238E27FC236}">
                  <a16:creationId xmlns:a16="http://schemas.microsoft.com/office/drawing/2014/main" xmlns="" id="{AD5D052A-2FDB-8E88-E846-7AB4D6030940}"/>
                </a:ext>
              </a:extLst>
            </p:cNvPr>
            <p:cNvCxnSpPr/>
            <p:nvPr/>
          </p:nvCxnSpPr>
          <p:spPr>
            <a:xfrm flipV="1">
              <a:off x="341085" y="522288"/>
              <a:ext cx="0" cy="435769"/>
            </a:xfrm>
            <a:prstGeom prst="line">
              <a:avLst/>
            </a:prstGeom>
            <a:ln w="3175">
              <a:solidFill>
                <a:schemeClr val="tx1">
                  <a:lumMod val="75000"/>
                  <a:lumOff val="25000"/>
                </a:schemeClr>
              </a:solidFill>
              <a:prstDash val="solid"/>
              <a:miter/>
            </a:ln>
          </p:spPr>
        </p:cxnSp>
      </p:grpSp>
      <p:sp>
        <p:nvSpPr>
          <p:cNvPr id="49" name="矩形 53">
            <a:extLst>
              <a:ext uri="{FF2B5EF4-FFF2-40B4-BE49-F238E27FC236}">
                <a16:creationId xmlns:a16="http://schemas.microsoft.com/office/drawing/2014/main" xmlns="" id="{72CE4AB2-89D3-F922-3D61-566DCD9BA281}"/>
              </a:ext>
            </a:extLst>
          </p:cNvPr>
          <p:cNvSpPr/>
          <p:nvPr/>
        </p:nvSpPr>
        <p:spPr>
          <a:xfrm>
            <a:off x="12115800" y="0"/>
            <a:ext cx="76200" cy="6858000"/>
          </a:xfrm>
          <a:prstGeom prst="rect">
            <a:avLst/>
          </a:prstGeom>
          <a:solidFill>
            <a:schemeClr val="accent1"/>
          </a:solidFill>
          <a:ln>
            <a:noFill/>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ctr"/>
            <a:endParaRPr lang="zh-CN" altLang="zh-CN">
              <a:solidFill>
                <a:schemeClr val="lt1"/>
              </a:solidFill>
            </a:endParaRPr>
          </a:p>
        </p:txBody>
      </p:sp>
      <p:grpSp>
        <p:nvGrpSpPr>
          <p:cNvPr id="50" name="组合 39">
            <a:extLst>
              <a:ext uri="{FF2B5EF4-FFF2-40B4-BE49-F238E27FC236}">
                <a16:creationId xmlns:a16="http://schemas.microsoft.com/office/drawing/2014/main" xmlns="" id="{D05D44FE-5664-02B7-5847-B9B7F91589D3}"/>
              </a:ext>
            </a:extLst>
          </p:cNvPr>
          <p:cNvGrpSpPr/>
          <p:nvPr/>
        </p:nvGrpSpPr>
        <p:grpSpPr>
          <a:xfrm>
            <a:off x="990523" y="656977"/>
            <a:ext cx="4897210" cy="646331"/>
            <a:chOff x="1501775" y="1004325"/>
            <a:chExt cx="4897210" cy="646331"/>
          </a:xfrm>
        </p:grpSpPr>
        <p:sp>
          <p:nvSpPr>
            <p:cNvPr id="51" name="文本框 40">
              <a:extLst>
                <a:ext uri="{FF2B5EF4-FFF2-40B4-BE49-F238E27FC236}">
                  <a16:creationId xmlns:a16="http://schemas.microsoft.com/office/drawing/2014/main" xmlns="" id="{14A5DBFD-8600-22F8-E86A-BF42278B8652}"/>
                </a:ext>
              </a:extLst>
            </p:cNvPr>
            <p:cNvSpPr txBox="1"/>
            <p:nvPr/>
          </p:nvSpPr>
          <p:spPr>
            <a:xfrm>
              <a:off x="1597671" y="1004325"/>
              <a:ext cx="4801314" cy="646331"/>
            </a:xfrm>
            <a:prstGeom prst="rect">
              <a:avLst/>
            </a:prstGeom>
            <a:noFill/>
          </p:spPr>
          <p:txBody>
            <a:bodyPr wrap="none"/>
            <a:lstStyle/>
            <a:p>
              <a:r>
                <a:rPr lang="zh-CN" altLang="en-US" sz="3600" b="1" dirty="0">
                  <a:solidFill>
                    <a:srgbClr val="262626"/>
                  </a:solidFill>
                  <a:latin typeface="微软雅黑"/>
                  <a:ea typeface="微软雅黑"/>
                </a:rPr>
                <a:t>系统整体架构</a:t>
              </a:r>
              <a:endParaRPr dirty="0"/>
            </a:p>
          </p:txBody>
        </p:sp>
        <p:cxnSp>
          <p:nvCxnSpPr>
            <p:cNvPr id="52" name="直接连接符 41">
              <a:extLst>
                <a:ext uri="{FF2B5EF4-FFF2-40B4-BE49-F238E27FC236}">
                  <a16:creationId xmlns:a16="http://schemas.microsoft.com/office/drawing/2014/main" xmlns="" id="{C4545D27-10A1-4C0A-D1B8-AD75C7435225}"/>
                </a:ext>
              </a:extLst>
            </p:cNvPr>
            <p:cNvCxnSpPr/>
            <p:nvPr/>
          </p:nvCxnSpPr>
          <p:spPr>
            <a:xfrm>
              <a:off x="1501775" y="1101725"/>
              <a:ext cx="0" cy="455613"/>
            </a:xfrm>
            <a:prstGeom prst="line">
              <a:avLst/>
            </a:prstGeom>
            <a:ln w="63500">
              <a:solidFill>
                <a:schemeClr val="accent1"/>
              </a:solidFill>
              <a:prstDash val="solid"/>
              <a:miter/>
            </a:ln>
          </p:spPr>
        </p:cxnSp>
      </p:grpSp>
      <p:grpSp>
        <p:nvGrpSpPr>
          <p:cNvPr id="53" name="组合 19">
            <a:extLst>
              <a:ext uri="{FF2B5EF4-FFF2-40B4-BE49-F238E27FC236}">
                <a16:creationId xmlns:a16="http://schemas.microsoft.com/office/drawing/2014/main" xmlns="" id="{A1FF6F81-3E66-5299-BD1D-488921318572}"/>
              </a:ext>
            </a:extLst>
          </p:cNvPr>
          <p:cNvGrpSpPr/>
          <p:nvPr/>
        </p:nvGrpSpPr>
        <p:grpSpPr>
          <a:xfrm>
            <a:off x="3872218" y="2419664"/>
            <a:ext cx="4728384" cy="3897793"/>
            <a:chOff x="4720524" y="2105025"/>
            <a:chExt cx="3356920" cy="2736650"/>
          </a:xfrm>
        </p:grpSpPr>
        <p:sp>
          <p:nvSpPr>
            <p:cNvPr id="54" name="椭圆 21">
              <a:extLst>
                <a:ext uri="{FF2B5EF4-FFF2-40B4-BE49-F238E27FC236}">
                  <a16:creationId xmlns:a16="http://schemas.microsoft.com/office/drawing/2014/main" xmlns="" id="{E13F7261-C243-F584-5E42-11ECEF86187E}"/>
                </a:ext>
              </a:extLst>
            </p:cNvPr>
            <p:cNvSpPr/>
            <p:nvPr/>
          </p:nvSpPr>
          <p:spPr>
            <a:xfrm>
              <a:off x="4720524" y="3007963"/>
              <a:ext cx="3356920" cy="1833712"/>
            </a:xfrm>
            <a:prstGeom prst="diamond">
              <a:avLst/>
            </a:prstGeom>
            <a:solidFill>
              <a:srgbClr val="0C6DC2"/>
            </a:solidFill>
            <a:ln>
              <a:noFill/>
            </a:ln>
          </p:spPr>
          <p:txBody>
            <a:bodyPr anchor="ctr"/>
            <a:lstStyle/>
            <a:p>
              <a:pPr algn="ctr"/>
              <a:endParaRPr lang="zh-CN" altLang="zh-CN">
                <a:solidFill>
                  <a:schemeClr val="lt1"/>
                </a:solidFill>
              </a:endParaRPr>
            </a:p>
          </p:txBody>
        </p:sp>
        <p:sp>
          <p:nvSpPr>
            <p:cNvPr id="55" name="椭圆 89">
              <a:extLst>
                <a:ext uri="{FF2B5EF4-FFF2-40B4-BE49-F238E27FC236}">
                  <a16:creationId xmlns:a16="http://schemas.microsoft.com/office/drawing/2014/main" xmlns="" id="{03E53A6E-600B-4CF7-39CD-7944F3909C6F}"/>
                </a:ext>
              </a:extLst>
            </p:cNvPr>
            <p:cNvSpPr/>
            <p:nvPr/>
          </p:nvSpPr>
          <p:spPr>
            <a:xfrm>
              <a:off x="5093515" y="2740340"/>
              <a:ext cx="2610938" cy="1426220"/>
            </a:xfrm>
            <a:prstGeom prst="diamond">
              <a:avLst/>
            </a:prstGeom>
            <a:solidFill>
              <a:srgbClr val="43A1F5"/>
            </a:solidFill>
            <a:ln>
              <a:noFill/>
            </a:ln>
          </p:spPr>
          <p:txBody>
            <a:bodyPr anchor="ctr"/>
            <a:lstStyle/>
            <a:p>
              <a:pPr algn="ctr"/>
              <a:endParaRPr lang="zh-CN" altLang="zh-CN">
                <a:solidFill>
                  <a:schemeClr val="lt1"/>
                </a:solidFill>
              </a:endParaRPr>
            </a:p>
          </p:txBody>
        </p:sp>
        <p:sp>
          <p:nvSpPr>
            <p:cNvPr id="56" name="椭圆 90">
              <a:extLst>
                <a:ext uri="{FF2B5EF4-FFF2-40B4-BE49-F238E27FC236}">
                  <a16:creationId xmlns:a16="http://schemas.microsoft.com/office/drawing/2014/main" xmlns="" id="{AE834C8B-0CC2-3A4F-9E77-9D0831E2B085}"/>
                </a:ext>
              </a:extLst>
            </p:cNvPr>
            <p:cNvSpPr/>
            <p:nvPr/>
          </p:nvSpPr>
          <p:spPr>
            <a:xfrm>
              <a:off x="5466506" y="2452702"/>
              <a:ext cx="1864956" cy="1018729"/>
            </a:xfrm>
            <a:prstGeom prst="diamond">
              <a:avLst/>
            </a:prstGeom>
            <a:solidFill>
              <a:srgbClr val="73B7F2"/>
            </a:solidFill>
            <a:ln>
              <a:noFill/>
            </a:ln>
          </p:spPr>
          <p:txBody>
            <a:bodyPr anchor="ctr"/>
            <a:lstStyle/>
            <a:p>
              <a:pPr algn="ctr"/>
              <a:endParaRPr lang="zh-CN" altLang="zh-CN">
                <a:solidFill>
                  <a:schemeClr val="lt1"/>
                </a:solidFill>
              </a:endParaRPr>
            </a:p>
          </p:txBody>
        </p:sp>
        <p:sp>
          <p:nvSpPr>
            <p:cNvPr id="57" name="椭圆 115">
              <a:extLst>
                <a:ext uri="{FF2B5EF4-FFF2-40B4-BE49-F238E27FC236}">
                  <a16:creationId xmlns:a16="http://schemas.microsoft.com/office/drawing/2014/main" xmlns="" id="{0C510B5B-01F3-0B72-A29B-D4AB66DA517F}"/>
                </a:ext>
              </a:extLst>
            </p:cNvPr>
            <p:cNvSpPr/>
            <p:nvPr/>
          </p:nvSpPr>
          <p:spPr>
            <a:xfrm>
              <a:off x="5839497" y="2105025"/>
              <a:ext cx="1118973" cy="611238"/>
            </a:xfrm>
            <a:prstGeom prst="diamond">
              <a:avLst/>
            </a:prstGeom>
            <a:solidFill>
              <a:srgbClr val="94C4EF"/>
            </a:solidFill>
            <a:ln>
              <a:noFill/>
            </a:ln>
          </p:spPr>
          <p:txBody>
            <a:bodyPr anchor="ctr"/>
            <a:lstStyle/>
            <a:p>
              <a:pPr algn="ctr"/>
              <a:endParaRPr lang="zh-CN" altLang="zh-CN">
                <a:solidFill>
                  <a:schemeClr val="lt1"/>
                </a:solidFill>
              </a:endParaRPr>
            </a:p>
          </p:txBody>
        </p:sp>
      </p:grpSp>
      <p:sp>
        <p:nvSpPr>
          <p:cNvPr id="59" name="文本框 109">
            <a:extLst>
              <a:ext uri="{FF2B5EF4-FFF2-40B4-BE49-F238E27FC236}">
                <a16:creationId xmlns:a16="http://schemas.microsoft.com/office/drawing/2014/main" xmlns="" id="{ABF244B5-28C3-CB28-E32C-6DAC63BD3145}"/>
              </a:ext>
            </a:extLst>
          </p:cNvPr>
          <p:cNvSpPr txBox="1"/>
          <p:nvPr/>
        </p:nvSpPr>
        <p:spPr>
          <a:xfrm>
            <a:off x="1024977" y="2332915"/>
            <a:ext cx="1723550" cy="400110"/>
          </a:xfrm>
          <a:prstGeom prst="rect">
            <a:avLst/>
          </a:prstGeom>
          <a:noFill/>
        </p:spPr>
        <p:txBody>
          <a:bodyPr wrap="none"/>
          <a:lstStyle>
            <a:lvl1pPr marL="0" lvl="0" algn="ctr" defTabSz="914400">
              <a:lnSpc>
                <a:spcPct val="130000"/>
              </a:lnSpc>
              <a:defRPr sz="2000" b="1"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l"/>
            <a:r>
              <a:rPr lang="zh-CN" altLang="en-US" dirty="0"/>
              <a:t>前端：</a:t>
            </a:r>
            <a:endParaRPr lang="en-US" altLang="zh-CN" dirty="0"/>
          </a:p>
          <a:p>
            <a:pPr algn="l"/>
            <a:r>
              <a:rPr lang="zh-CN" altLang="en-US" dirty="0"/>
              <a:t>负责界面展示与用户交互</a:t>
            </a:r>
            <a:endParaRPr dirty="0"/>
          </a:p>
        </p:txBody>
      </p:sp>
      <p:sp>
        <p:nvSpPr>
          <p:cNvPr id="62" name="文本框 52">
            <a:extLst>
              <a:ext uri="{FF2B5EF4-FFF2-40B4-BE49-F238E27FC236}">
                <a16:creationId xmlns:a16="http://schemas.microsoft.com/office/drawing/2014/main" xmlns="" id="{69080036-B6AE-9829-DF85-28C457C3F24D}"/>
              </a:ext>
            </a:extLst>
          </p:cNvPr>
          <p:cNvSpPr txBox="1"/>
          <p:nvPr/>
        </p:nvSpPr>
        <p:spPr>
          <a:xfrm>
            <a:off x="8873419" y="4403574"/>
            <a:ext cx="1723549" cy="400110"/>
          </a:xfrm>
          <a:prstGeom prst="rect">
            <a:avLst/>
          </a:prstGeom>
          <a:noFill/>
        </p:spPr>
        <p:txBody>
          <a:bodyPr wrap="none"/>
          <a:lstStyle>
            <a:lvl1pPr lvl="0" algn="ctr">
              <a:defRPr sz="2000" b="1"/>
            </a:lvl1pPr>
          </a:lstStyle>
          <a:p>
            <a:pPr algn="l"/>
            <a:r>
              <a:rPr lang="zh-CN" altLang="en-US" dirty="0"/>
              <a:t>数据库：</a:t>
            </a:r>
            <a:endParaRPr lang="en-US" altLang="zh-CN" dirty="0"/>
          </a:p>
          <a:p>
            <a:pPr algn="l"/>
            <a:r>
              <a:rPr lang="zh-CN" altLang="en-US" dirty="0"/>
              <a:t>存储用户与课程相关数据</a:t>
            </a:r>
            <a:endParaRPr dirty="0"/>
          </a:p>
        </p:txBody>
      </p:sp>
      <p:sp>
        <p:nvSpPr>
          <p:cNvPr id="64" name="文本框 99">
            <a:extLst>
              <a:ext uri="{FF2B5EF4-FFF2-40B4-BE49-F238E27FC236}">
                <a16:creationId xmlns:a16="http://schemas.microsoft.com/office/drawing/2014/main" xmlns="" id="{C429FECD-7E4A-6663-E4D6-339764B1F5CE}"/>
              </a:ext>
            </a:extLst>
          </p:cNvPr>
          <p:cNvSpPr txBox="1"/>
          <p:nvPr/>
        </p:nvSpPr>
        <p:spPr>
          <a:xfrm>
            <a:off x="1023256" y="3705327"/>
            <a:ext cx="1723549" cy="400110"/>
          </a:xfrm>
          <a:prstGeom prst="rect">
            <a:avLst/>
          </a:prstGeom>
          <a:noFill/>
        </p:spPr>
        <p:txBody>
          <a:bodyPr wrap="none"/>
          <a:lstStyle>
            <a:lvl1pPr marL="0" lvl="0" algn="ctr" defTabSz="914400">
              <a:lnSpc>
                <a:spcPct val="130000"/>
              </a:lnSpc>
              <a:defRPr sz="2000" b="1"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l"/>
            <a:r>
              <a:rPr lang="zh-CN" altLang="en-US" dirty="0"/>
              <a:t>后端：</a:t>
            </a:r>
            <a:endParaRPr lang="en-US" altLang="zh-CN" dirty="0"/>
          </a:p>
          <a:p>
            <a:pPr algn="l"/>
            <a:r>
              <a:rPr lang="zh-CN" altLang="en-US" dirty="0"/>
              <a:t>提供业务逻辑与接口服务</a:t>
            </a:r>
            <a:endParaRPr dirty="0"/>
          </a:p>
        </p:txBody>
      </p:sp>
      <p:sp>
        <p:nvSpPr>
          <p:cNvPr id="66" name="文本框 49">
            <a:extLst>
              <a:ext uri="{FF2B5EF4-FFF2-40B4-BE49-F238E27FC236}">
                <a16:creationId xmlns:a16="http://schemas.microsoft.com/office/drawing/2014/main" xmlns="" id="{DA2C8454-F0BD-09C7-D05D-B3BB25C6CC69}"/>
              </a:ext>
            </a:extLst>
          </p:cNvPr>
          <p:cNvSpPr txBox="1"/>
          <p:nvPr/>
        </p:nvSpPr>
        <p:spPr>
          <a:xfrm>
            <a:off x="7697563" y="2747667"/>
            <a:ext cx="3249002" cy="918701"/>
          </a:xfrm>
          <a:prstGeom prst="rect">
            <a:avLst/>
          </a:prstGeom>
          <a:noFill/>
        </p:spPr>
        <p:txBody>
          <a:bodyPr wrap="none"/>
          <a:lstStyle>
            <a:lvl1pPr marL="0" lvl="0" algn="ctr" defTabSz="914400">
              <a:lnSpc>
                <a:spcPct val="130000"/>
              </a:lnSpc>
              <a:defRPr sz="2000" b="1"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l"/>
            <a:r>
              <a:rPr lang="zh-CN" altLang="en-US" dirty="0"/>
              <a:t>通过 </a:t>
            </a:r>
            <a:r>
              <a:rPr lang="en-US" altLang="zh-CN" dirty="0"/>
              <a:t>RESTful API </a:t>
            </a:r>
            <a:r>
              <a:rPr lang="zh-CN" altLang="en-US" dirty="0"/>
              <a:t>实现前后端通信</a:t>
            </a:r>
            <a:endParaRPr dirty="0"/>
          </a:p>
        </p:txBody>
      </p:sp>
      <p:pic>
        <p:nvPicPr>
          <p:cNvPr id="67" name="图片 1">
            <a:extLst>
              <a:ext uri="{FF2B5EF4-FFF2-40B4-BE49-F238E27FC236}">
                <a16:creationId xmlns:a16="http://schemas.microsoft.com/office/drawing/2014/main" xmlns="" id="{D46A1F70-D4D1-0EA6-A658-52FC3C325A0F}"/>
              </a:ext>
            </a:extLst>
          </p:cNvPr>
          <p:cNvPicPr/>
          <p:nvPr/>
        </p:nvPicPr>
        <p:blipFill>
          <a:blip r:embed="rId3"/>
          <a:stretch/>
        </p:blipFill>
        <p:spPr>
          <a:xfrm>
            <a:off x="2822674" y="3471226"/>
            <a:ext cx="1627773" cy="426757"/>
          </a:xfrm>
          <a:prstGeom prst="rect">
            <a:avLst/>
          </a:prstGeom>
        </p:spPr>
      </p:pic>
      <p:pic>
        <p:nvPicPr>
          <p:cNvPr id="68" name="图片 3">
            <a:extLst>
              <a:ext uri="{FF2B5EF4-FFF2-40B4-BE49-F238E27FC236}">
                <a16:creationId xmlns:a16="http://schemas.microsoft.com/office/drawing/2014/main" xmlns="" id="{09BDC559-5427-D2D8-611F-9A787E649815}"/>
              </a:ext>
            </a:extLst>
          </p:cNvPr>
          <p:cNvPicPr/>
          <p:nvPr/>
        </p:nvPicPr>
        <p:blipFill>
          <a:blip r:embed="rId4"/>
          <a:stretch/>
        </p:blipFill>
        <p:spPr>
          <a:xfrm>
            <a:off x="3487076" y="2664213"/>
            <a:ext cx="2139881" cy="6097"/>
          </a:xfrm>
          <a:prstGeom prst="rect">
            <a:avLst/>
          </a:prstGeom>
        </p:spPr>
      </p:pic>
      <p:pic>
        <p:nvPicPr>
          <p:cNvPr id="69" name="图片 7">
            <a:extLst>
              <a:ext uri="{FF2B5EF4-FFF2-40B4-BE49-F238E27FC236}">
                <a16:creationId xmlns:a16="http://schemas.microsoft.com/office/drawing/2014/main" xmlns="" id="{00A25BB2-002D-2B1E-5B9E-A9528BDBCDA2}"/>
              </a:ext>
            </a:extLst>
          </p:cNvPr>
          <p:cNvPicPr/>
          <p:nvPr/>
        </p:nvPicPr>
        <p:blipFill>
          <a:blip r:embed="rId5"/>
          <a:stretch/>
        </p:blipFill>
        <p:spPr>
          <a:xfrm>
            <a:off x="7542436" y="3382387"/>
            <a:ext cx="1332476" cy="660437"/>
          </a:xfrm>
          <a:prstGeom prst="rect">
            <a:avLst/>
          </a:prstGeom>
        </p:spPr>
      </p:pic>
      <p:pic>
        <p:nvPicPr>
          <p:cNvPr id="70" name="图片 17">
            <a:extLst>
              <a:ext uri="{FF2B5EF4-FFF2-40B4-BE49-F238E27FC236}">
                <a16:creationId xmlns:a16="http://schemas.microsoft.com/office/drawing/2014/main" xmlns="" id="{2068F7CD-0C42-6D1D-45C7-A91AC59AC3FC}"/>
              </a:ext>
            </a:extLst>
          </p:cNvPr>
          <p:cNvPicPr/>
          <p:nvPr/>
        </p:nvPicPr>
        <p:blipFill>
          <a:blip r:embed="rId6"/>
          <a:stretch/>
        </p:blipFill>
        <p:spPr>
          <a:xfrm>
            <a:off x="8410083" y="4653654"/>
            <a:ext cx="463336" cy="6097"/>
          </a:xfrm>
          <a:prstGeom prst="rect">
            <a:avLst/>
          </a:prstGeom>
        </p:spPr>
      </p:pic>
      <p:sp>
        <p:nvSpPr>
          <p:cNvPr id="3" name="文本框 2">
            <a:extLst>
              <a:ext uri="{FF2B5EF4-FFF2-40B4-BE49-F238E27FC236}">
                <a16:creationId xmlns:a16="http://schemas.microsoft.com/office/drawing/2014/main" xmlns="" id="{36EE2F6B-CC7E-4395-9E0E-27275B2B2392}"/>
              </a:ext>
            </a:extLst>
          </p:cNvPr>
          <p:cNvSpPr txBox="1"/>
          <p:nvPr/>
        </p:nvSpPr>
        <p:spPr>
          <a:xfrm>
            <a:off x="990523" y="1392953"/>
            <a:ext cx="6097604" cy="453457"/>
          </a:xfrm>
          <a:prstGeom prst="rect">
            <a:avLst/>
          </a:prstGeom>
          <a:noFill/>
        </p:spPr>
        <p:txBody>
          <a:bodyPr wrap="square">
            <a:spAutoFit/>
          </a:bodyPr>
          <a:lstStyle/>
          <a:p>
            <a:pPr>
              <a:buNone/>
            </a:pPr>
            <a:r>
              <a:rPr lang="zh-CN" altLang="en-US" sz="2000" dirty="0"/>
              <a:t>系统采用前后端分离架构，主要由以下部分组成：</a:t>
            </a:r>
          </a:p>
        </p:txBody>
      </p:sp>
    </p:spTree>
    <p:extLst>
      <p:ext uri="{BB962C8B-B14F-4D97-AF65-F5344CB8AC3E}">
        <p14:creationId xmlns:p14="http://schemas.microsoft.com/office/powerpoint/2010/main" val="1816627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76B3D97-C3B4-E573-C966-D1A115B27902}"/>
            </a:ext>
          </a:extLst>
        </p:cNvPr>
        <p:cNvGrpSpPr/>
        <p:nvPr/>
      </p:nvGrpSpPr>
      <p:grpSpPr>
        <a:xfrm>
          <a:off x="0" y="0"/>
          <a:ext cx="0" cy="0"/>
          <a:chOff x="0" y="0"/>
          <a:chExt cx="0" cy="0"/>
        </a:xfrm>
      </p:grpSpPr>
      <p:sp>
        <p:nvSpPr>
          <p:cNvPr id="410" name="矩形 53">
            <a:extLst>
              <a:ext uri="{FF2B5EF4-FFF2-40B4-BE49-F238E27FC236}">
                <a16:creationId xmlns:a16="http://schemas.microsoft.com/office/drawing/2014/main" xmlns="" id="{A5005708-12DA-5B13-3BF5-283D772D0B7C}"/>
              </a:ext>
            </a:extLst>
          </p:cNvPr>
          <p:cNvSpPr/>
          <p:nvPr/>
        </p:nvSpPr>
        <p:spPr>
          <a:xfrm>
            <a:off x="12115800" y="0"/>
            <a:ext cx="76200" cy="6858000"/>
          </a:xfrm>
          <a:prstGeom prst="rect">
            <a:avLst/>
          </a:prstGeom>
          <a:solidFill>
            <a:schemeClr val="accent1"/>
          </a:solidFill>
          <a:ln>
            <a:noFill/>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ctr"/>
            <a:endParaRPr lang="zh-CN" altLang="zh-CN">
              <a:solidFill>
                <a:schemeClr val="lt1"/>
              </a:solidFill>
            </a:endParaRPr>
          </a:p>
        </p:txBody>
      </p:sp>
      <p:grpSp>
        <p:nvGrpSpPr>
          <p:cNvPr id="411" name="组合 649">
            <a:extLst>
              <a:ext uri="{FF2B5EF4-FFF2-40B4-BE49-F238E27FC236}">
                <a16:creationId xmlns:a16="http://schemas.microsoft.com/office/drawing/2014/main" xmlns="" id="{A38A8045-6539-87E3-C189-723CFEC71BAC}"/>
              </a:ext>
            </a:extLst>
          </p:cNvPr>
          <p:cNvGrpSpPr/>
          <p:nvPr/>
        </p:nvGrpSpPr>
        <p:grpSpPr>
          <a:xfrm>
            <a:off x="0" y="0"/>
            <a:ext cx="682171" cy="6858000"/>
            <a:chOff x="0" y="0"/>
            <a:chExt cx="682171" cy="6858000"/>
          </a:xfrm>
        </p:grpSpPr>
        <p:sp>
          <p:nvSpPr>
            <p:cNvPr id="412" name="矩形 655">
              <a:extLst>
                <a:ext uri="{FF2B5EF4-FFF2-40B4-BE49-F238E27FC236}">
                  <a16:creationId xmlns:a16="http://schemas.microsoft.com/office/drawing/2014/main" xmlns="" id="{84FF94FC-CD36-2A98-F2B3-7CD9045976F2}"/>
                </a:ext>
              </a:extLst>
            </p:cNvPr>
            <p:cNvSpPr/>
            <p:nvPr/>
          </p:nvSpPr>
          <p:spPr>
            <a:xfrm>
              <a:off x="0" y="0"/>
              <a:ext cx="682171" cy="6858000"/>
            </a:xfrm>
            <a:prstGeom prst="rect">
              <a:avLst/>
            </a:prstGeom>
            <a:solidFill>
              <a:schemeClr val="bg1"/>
            </a:solidFill>
            <a:ln>
              <a:noFill/>
            </a:ln>
          </p:spPr>
          <p:txBody>
            <a:bodyPr anchor="ctr"/>
            <a:lstStyle/>
            <a:p>
              <a:pPr algn="ctr"/>
              <a:endParaRPr lang="zh-CN" altLang="zh-CN">
                <a:solidFill>
                  <a:schemeClr val="lt1"/>
                </a:solidFill>
              </a:endParaRPr>
            </a:p>
          </p:txBody>
        </p:sp>
        <p:grpSp>
          <p:nvGrpSpPr>
            <p:cNvPr id="413" name="组合 656">
              <a:extLst>
                <a:ext uri="{FF2B5EF4-FFF2-40B4-BE49-F238E27FC236}">
                  <a16:creationId xmlns:a16="http://schemas.microsoft.com/office/drawing/2014/main" xmlns="" id="{11CD405B-5A18-6ABF-85F9-7F2A4F2D8CB1}"/>
                </a:ext>
              </a:extLst>
            </p:cNvPr>
            <p:cNvGrpSpPr/>
            <p:nvPr/>
          </p:nvGrpSpPr>
          <p:grpSpPr>
            <a:xfrm>
              <a:off x="226785" y="263525"/>
              <a:ext cx="228600" cy="127000"/>
              <a:chOff x="1244600" y="6096000"/>
              <a:chExt cx="228600" cy="127000"/>
            </a:xfrm>
          </p:grpSpPr>
          <p:cxnSp>
            <p:nvCxnSpPr>
              <p:cNvPr id="414" name="直接连接符 660">
                <a:extLst>
                  <a:ext uri="{FF2B5EF4-FFF2-40B4-BE49-F238E27FC236}">
                    <a16:creationId xmlns:a16="http://schemas.microsoft.com/office/drawing/2014/main" xmlns="" id="{239C54DD-CF4E-20B5-95C4-FD31188EFA4D}"/>
                  </a:ext>
                </a:extLst>
              </p:cNvPr>
              <p:cNvCxnSpPr/>
              <p:nvPr/>
            </p:nvCxnSpPr>
            <p:spPr>
              <a:xfrm>
                <a:off x="1244600" y="6096000"/>
                <a:ext cx="228600" cy="0"/>
              </a:xfrm>
              <a:prstGeom prst="line">
                <a:avLst/>
              </a:prstGeom>
              <a:ln w="25400">
                <a:solidFill>
                  <a:schemeClr val="tx1">
                    <a:lumMod val="75000"/>
                    <a:lumOff val="25000"/>
                  </a:schemeClr>
                </a:solidFill>
                <a:prstDash val="solid"/>
                <a:miter/>
              </a:ln>
            </p:spPr>
          </p:cxnSp>
          <p:cxnSp>
            <p:nvCxnSpPr>
              <p:cNvPr id="415" name="直接连接符 661">
                <a:extLst>
                  <a:ext uri="{FF2B5EF4-FFF2-40B4-BE49-F238E27FC236}">
                    <a16:creationId xmlns:a16="http://schemas.microsoft.com/office/drawing/2014/main" xmlns="" id="{8B582B99-FE28-34FE-30CE-A1EA58F51895}"/>
                  </a:ext>
                </a:extLst>
              </p:cNvPr>
              <p:cNvCxnSpPr/>
              <p:nvPr/>
            </p:nvCxnSpPr>
            <p:spPr>
              <a:xfrm>
                <a:off x="1244600" y="6159500"/>
                <a:ext cx="228600" cy="0"/>
              </a:xfrm>
              <a:prstGeom prst="line">
                <a:avLst/>
              </a:prstGeom>
              <a:ln w="25400">
                <a:solidFill>
                  <a:schemeClr val="tx1">
                    <a:lumMod val="75000"/>
                    <a:lumOff val="25000"/>
                  </a:schemeClr>
                </a:solidFill>
                <a:prstDash val="solid"/>
                <a:miter/>
              </a:ln>
            </p:spPr>
          </p:cxnSp>
          <p:cxnSp>
            <p:nvCxnSpPr>
              <p:cNvPr id="416" name="直接连接符 662">
                <a:extLst>
                  <a:ext uri="{FF2B5EF4-FFF2-40B4-BE49-F238E27FC236}">
                    <a16:creationId xmlns:a16="http://schemas.microsoft.com/office/drawing/2014/main" xmlns="" id="{E11B8B24-73A7-79F8-043B-4A54C6BF975E}"/>
                  </a:ext>
                </a:extLst>
              </p:cNvPr>
              <p:cNvCxnSpPr/>
              <p:nvPr/>
            </p:nvCxnSpPr>
            <p:spPr>
              <a:xfrm>
                <a:off x="1244600" y="6223000"/>
                <a:ext cx="228600" cy="0"/>
              </a:xfrm>
              <a:prstGeom prst="line">
                <a:avLst/>
              </a:prstGeom>
              <a:ln w="25400">
                <a:solidFill>
                  <a:schemeClr val="tx1">
                    <a:lumMod val="75000"/>
                    <a:lumOff val="25000"/>
                  </a:schemeClr>
                </a:solidFill>
                <a:prstDash val="solid"/>
                <a:miter/>
              </a:ln>
            </p:spPr>
          </p:cxnSp>
        </p:grpSp>
        <p:cxnSp>
          <p:nvCxnSpPr>
            <p:cNvPr id="417" name="直接连接符 657">
              <a:extLst>
                <a:ext uri="{FF2B5EF4-FFF2-40B4-BE49-F238E27FC236}">
                  <a16:creationId xmlns:a16="http://schemas.microsoft.com/office/drawing/2014/main" xmlns="" id="{9787E8B9-9600-FF21-E3DE-8F01E4870BE3}"/>
                </a:ext>
              </a:extLst>
            </p:cNvPr>
            <p:cNvCxnSpPr/>
            <p:nvPr/>
          </p:nvCxnSpPr>
          <p:spPr>
            <a:xfrm flipV="1">
              <a:off x="341085" y="5881688"/>
              <a:ext cx="0" cy="435769"/>
            </a:xfrm>
            <a:prstGeom prst="line">
              <a:avLst/>
            </a:prstGeom>
            <a:ln w="3175">
              <a:solidFill>
                <a:schemeClr val="tx1">
                  <a:lumMod val="75000"/>
                  <a:lumOff val="25000"/>
                </a:schemeClr>
              </a:solidFill>
              <a:prstDash val="solid"/>
              <a:miter/>
            </a:ln>
          </p:spPr>
        </p:cxnSp>
        <p:sp>
          <p:nvSpPr>
            <p:cNvPr id="418" name="文本框 658">
              <a:extLst>
                <a:ext uri="{FF2B5EF4-FFF2-40B4-BE49-F238E27FC236}">
                  <a16:creationId xmlns:a16="http://schemas.microsoft.com/office/drawing/2014/main" xmlns="" id="{2A448DBA-DCD8-A418-4458-EA2B0CB84693}"/>
                </a:ext>
              </a:extLst>
            </p:cNvPr>
            <p:cNvSpPr txBox="1"/>
            <p:nvPr/>
          </p:nvSpPr>
          <p:spPr>
            <a:xfrm>
              <a:off x="182227" y="6400800"/>
              <a:ext cx="317716" cy="261610"/>
            </a:xfrm>
            <a:prstGeom prst="rect">
              <a:avLst/>
            </a:prstGeom>
            <a:noFill/>
          </p:spPr>
          <p:txBody>
            <a:bodyPr wrap="none"/>
            <a:lstStyle/>
            <a:p>
              <a:pPr algn="ctr"/>
              <a:r>
                <a:rPr lang="en-US" altLang="en-US" sz="1050" dirty="0">
                  <a:latin typeface="微软雅黑 Light"/>
                  <a:ea typeface="微软雅黑 Light"/>
                </a:rPr>
                <a:t>07</a:t>
              </a:r>
            </a:p>
          </p:txBody>
        </p:sp>
        <p:cxnSp>
          <p:nvCxnSpPr>
            <p:cNvPr id="419" name="直接连接符 659">
              <a:extLst>
                <a:ext uri="{FF2B5EF4-FFF2-40B4-BE49-F238E27FC236}">
                  <a16:creationId xmlns:a16="http://schemas.microsoft.com/office/drawing/2014/main" xmlns="" id="{1E5C1CB3-DD06-B728-45FB-44A8B37A8C7B}"/>
                </a:ext>
              </a:extLst>
            </p:cNvPr>
            <p:cNvCxnSpPr/>
            <p:nvPr/>
          </p:nvCxnSpPr>
          <p:spPr>
            <a:xfrm flipV="1">
              <a:off x="341085" y="522288"/>
              <a:ext cx="0" cy="435769"/>
            </a:xfrm>
            <a:prstGeom prst="line">
              <a:avLst/>
            </a:prstGeom>
            <a:ln w="3175">
              <a:solidFill>
                <a:schemeClr val="tx1">
                  <a:lumMod val="75000"/>
                  <a:lumOff val="25000"/>
                </a:schemeClr>
              </a:solidFill>
              <a:prstDash val="solid"/>
              <a:miter/>
            </a:ln>
          </p:spPr>
        </p:cxnSp>
      </p:grpSp>
      <p:grpSp>
        <p:nvGrpSpPr>
          <p:cNvPr id="420" name="组合 34">
            <a:extLst>
              <a:ext uri="{FF2B5EF4-FFF2-40B4-BE49-F238E27FC236}">
                <a16:creationId xmlns:a16="http://schemas.microsoft.com/office/drawing/2014/main" xmlns="" id="{D89EE2C4-3B42-332E-0A03-819413FA5787}"/>
              </a:ext>
            </a:extLst>
          </p:cNvPr>
          <p:cNvGrpSpPr/>
          <p:nvPr/>
        </p:nvGrpSpPr>
        <p:grpSpPr>
          <a:xfrm>
            <a:off x="682171" y="878144"/>
            <a:ext cx="4897210" cy="646331"/>
            <a:chOff x="1501775" y="1004325"/>
            <a:chExt cx="4897210" cy="646331"/>
          </a:xfrm>
        </p:grpSpPr>
        <p:sp>
          <p:nvSpPr>
            <p:cNvPr id="421" name="文本框 35">
              <a:extLst>
                <a:ext uri="{FF2B5EF4-FFF2-40B4-BE49-F238E27FC236}">
                  <a16:creationId xmlns:a16="http://schemas.microsoft.com/office/drawing/2014/main" xmlns="" id="{B18D7D5D-4299-B390-5048-691E037D18C8}"/>
                </a:ext>
              </a:extLst>
            </p:cNvPr>
            <p:cNvSpPr txBox="1"/>
            <p:nvPr/>
          </p:nvSpPr>
          <p:spPr>
            <a:xfrm>
              <a:off x="1597671" y="1004325"/>
              <a:ext cx="4801314" cy="646331"/>
            </a:xfrm>
            <a:prstGeom prst="rect">
              <a:avLst/>
            </a:prstGeom>
            <a:noFill/>
          </p:spPr>
          <p:txBody>
            <a:bodyPr wrap="none"/>
            <a:lstStyle/>
            <a:p>
              <a:r>
                <a:rPr lang="zh-CN" altLang="en-US" sz="3600" b="1" dirty="0">
                  <a:solidFill>
                    <a:srgbClr val="262626"/>
                  </a:solidFill>
                  <a:latin typeface="微软雅黑"/>
                  <a:ea typeface="微软雅黑"/>
                </a:rPr>
                <a:t>技术栈选型</a:t>
              </a:r>
              <a:endParaRPr dirty="0"/>
            </a:p>
          </p:txBody>
        </p:sp>
        <p:cxnSp>
          <p:nvCxnSpPr>
            <p:cNvPr id="422" name="直接连接符 36">
              <a:extLst>
                <a:ext uri="{FF2B5EF4-FFF2-40B4-BE49-F238E27FC236}">
                  <a16:creationId xmlns:a16="http://schemas.microsoft.com/office/drawing/2014/main" xmlns="" id="{ECD0F4BD-1934-8F5F-924C-670DE7EA7BB3}"/>
                </a:ext>
              </a:extLst>
            </p:cNvPr>
            <p:cNvCxnSpPr/>
            <p:nvPr/>
          </p:nvCxnSpPr>
          <p:spPr>
            <a:xfrm>
              <a:off x="1501775" y="1101725"/>
              <a:ext cx="0" cy="455613"/>
            </a:xfrm>
            <a:prstGeom prst="line">
              <a:avLst/>
            </a:prstGeom>
            <a:ln w="63500">
              <a:solidFill>
                <a:schemeClr val="accent1"/>
              </a:solidFill>
              <a:prstDash val="solid"/>
              <a:miter/>
            </a:ln>
          </p:spPr>
        </p:cxnSp>
      </p:grpSp>
      <p:sp>
        <p:nvSpPr>
          <p:cNvPr id="13" name="矩形: 圆角 1">
            <a:extLst>
              <a:ext uri="{FF2B5EF4-FFF2-40B4-BE49-F238E27FC236}">
                <a16:creationId xmlns:a16="http://schemas.microsoft.com/office/drawing/2014/main" xmlns="" id="{1065A35C-90A1-6FAB-85DB-9627BE85AA4F}"/>
              </a:ext>
            </a:extLst>
          </p:cNvPr>
          <p:cNvSpPr/>
          <p:nvPr/>
        </p:nvSpPr>
        <p:spPr>
          <a:xfrm>
            <a:off x="682172" y="2112755"/>
            <a:ext cx="2818274" cy="3523713"/>
          </a:xfrm>
          <a:prstGeom prst="roundRect">
            <a:avLst>
              <a:gd name="adj" fmla="val 4611"/>
            </a:avLst>
          </a:prstGeom>
          <a:solidFill>
            <a:schemeClr val="bg1">
              <a:lumMod val="85000"/>
            </a:schemeClr>
          </a:solidFill>
          <a:ln>
            <a:noFill/>
          </a:ln>
        </p:spPr>
        <p:txBody>
          <a:bodyPr anchor="ctr"/>
          <a:lstStyle/>
          <a:p>
            <a:pPr algn="ctr"/>
            <a:endParaRPr lang="zh-CN" altLang="zh-CN">
              <a:solidFill>
                <a:schemeClr val="lt1"/>
              </a:solidFill>
            </a:endParaRPr>
          </a:p>
        </p:txBody>
      </p:sp>
      <p:sp>
        <p:nvSpPr>
          <p:cNvPr id="14" name="矩形: 圆角 1">
            <a:extLst>
              <a:ext uri="{FF2B5EF4-FFF2-40B4-BE49-F238E27FC236}">
                <a16:creationId xmlns:a16="http://schemas.microsoft.com/office/drawing/2014/main" xmlns="" id="{6530B5A4-7689-5E61-CE96-4331C58C9FFC}"/>
              </a:ext>
            </a:extLst>
          </p:cNvPr>
          <p:cNvSpPr/>
          <p:nvPr/>
        </p:nvSpPr>
        <p:spPr>
          <a:xfrm>
            <a:off x="4088126" y="2132977"/>
            <a:ext cx="4034038" cy="3523713"/>
          </a:xfrm>
          <a:prstGeom prst="roundRect">
            <a:avLst>
              <a:gd name="adj" fmla="val 4611"/>
            </a:avLst>
          </a:prstGeom>
          <a:solidFill>
            <a:schemeClr val="bg1">
              <a:lumMod val="85000"/>
            </a:schemeClr>
          </a:solidFill>
          <a:ln>
            <a:noFill/>
          </a:ln>
        </p:spPr>
        <p:txBody>
          <a:bodyPr anchor="ctr"/>
          <a:lstStyle/>
          <a:p>
            <a:pPr algn="ctr"/>
            <a:endParaRPr lang="zh-CN" altLang="zh-CN">
              <a:solidFill>
                <a:schemeClr val="lt1"/>
              </a:solidFill>
            </a:endParaRPr>
          </a:p>
        </p:txBody>
      </p:sp>
      <p:sp>
        <p:nvSpPr>
          <p:cNvPr id="15" name="矩形: 圆角 1">
            <a:extLst>
              <a:ext uri="{FF2B5EF4-FFF2-40B4-BE49-F238E27FC236}">
                <a16:creationId xmlns:a16="http://schemas.microsoft.com/office/drawing/2014/main" xmlns="" id="{033BD1BF-5814-F86D-9B0D-890FF5F8706F}"/>
              </a:ext>
            </a:extLst>
          </p:cNvPr>
          <p:cNvSpPr/>
          <p:nvPr/>
        </p:nvSpPr>
        <p:spPr>
          <a:xfrm>
            <a:off x="8755266" y="2132977"/>
            <a:ext cx="2772853" cy="3523713"/>
          </a:xfrm>
          <a:prstGeom prst="roundRect">
            <a:avLst>
              <a:gd name="adj" fmla="val 4611"/>
            </a:avLst>
          </a:prstGeom>
          <a:solidFill>
            <a:schemeClr val="bg1">
              <a:lumMod val="85000"/>
            </a:schemeClr>
          </a:solidFill>
          <a:ln>
            <a:noFill/>
          </a:ln>
        </p:spPr>
        <p:txBody>
          <a:bodyPr anchor="ctr"/>
          <a:lstStyle/>
          <a:p>
            <a:pPr algn="ctr"/>
            <a:endParaRPr lang="zh-CN" altLang="zh-CN">
              <a:solidFill>
                <a:schemeClr val="lt1"/>
              </a:solidFill>
            </a:endParaRPr>
          </a:p>
        </p:txBody>
      </p:sp>
      <p:sp>
        <p:nvSpPr>
          <p:cNvPr id="3" name="文本框 23">
            <a:extLst>
              <a:ext uri="{FF2B5EF4-FFF2-40B4-BE49-F238E27FC236}">
                <a16:creationId xmlns:a16="http://schemas.microsoft.com/office/drawing/2014/main" xmlns="" id="{A986EB55-8508-F7C1-96AE-4D8C1DAFFB32}"/>
              </a:ext>
            </a:extLst>
          </p:cNvPr>
          <p:cNvSpPr txBox="1"/>
          <p:nvPr/>
        </p:nvSpPr>
        <p:spPr>
          <a:xfrm>
            <a:off x="989577" y="2509924"/>
            <a:ext cx="1415772" cy="338554"/>
          </a:xfrm>
          <a:prstGeom prst="rect">
            <a:avLst/>
          </a:prstGeom>
          <a:noFill/>
        </p:spPr>
        <p:txBody>
          <a:bodyPr wrap="none"/>
          <a:lstStyle>
            <a:lvl1pPr lvl="0" algn="ctr">
              <a:defRPr sz="2000" b="1"/>
            </a:lvl1pPr>
          </a:lstStyle>
          <a:p>
            <a:pPr algn="l"/>
            <a:r>
              <a:rPr lang="zh-CN" altLang="en-US" dirty="0"/>
              <a:t>前端技术：</a:t>
            </a:r>
          </a:p>
          <a:p>
            <a:pPr marL="342900" indent="-342900" algn="l">
              <a:buFont typeface="Arial" panose="020B0604020202020204" pitchFamily="34" charset="0"/>
              <a:buChar char="•"/>
            </a:pPr>
            <a:r>
              <a:rPr lang="en-US" altLang="zh-CN" b="0" dirty="0"/>
              <a:t>React 18</a:t>
            </a:r>
          </a:p>
          <a:p>
            <a:pPr marL="342900" indent="-342900" algn="l">
              <a:buFont typeface="Arial" panose="020B0604020202020204" pitchFamily="34" charset="0"/>
              <a:buChar char="•"/>
            </a:pPr>
            <a:r>
              <a:rPr lang="en-US" altLang="zh-CN" b="0" dirty="0"/>
              <a:t>TypeScript</a:t>
            </a:r>
          </a:p>
          <a:p>
            <a:pPr marL="342900" indent="-342900" algn="l">
              <a:buFont typeface="Arial" panose="020B0604020202020204" pitchFamily="34" charset="0"/>
              <a:buChar char="•"/>
            </a:pPr>
            <a:r>
              <a:rPr lang="en-US" altLang="zh-CN" b="0" dirty="0"/>
              <a:t>Tailwind CSS</a:t>
            </a:r>
          </a:p>
        </p:txBody>
      </p:sp>
      <p:sp>
        <p:nvSpPr>
          <p:cNvPr id="6" name="文本框 26">
            <a:extLst>
              <a:ext uri="{FF2B5EF4-FFF2-40B4-BE49-F238E27FC236}">
                <a16:creationId xmlns:a16="http://schemas.microsoft.com/office/drawing/2014/main" xmlns="" id="{E9430A0E-03B9-1C37-1E00-7B28A4D65710}"/>
              </a:ext>
            </a:extLst>
          </p:cNvPr>
          <p:cNvSpPr txBox="1"/>
          <p:nvPr/>
        </p:nvSpPr>
        <p:spPr>
          <a:xfrm>
            <a:off x="4462891" y="2517280"/>
            <a:ext cx="1415772" cy="338554"/>
          </a:xfrm>
          <a:prstGeom prst="rect">
            <a:avLst/>
          </a:prstGeom>
          <a:noFill/>
        </p:spPr>
        <p:txBody>
          <a:bodyPr wrap="none"/>
          <a:lstStyle>
            <a:lvl1pPr lvl="0" algn="ctr">
              <a:defRPr sz="2000" b="1"/>
            </a:lvl1pPr>
          </a:lstStyle>
          <a:p>
            <a:pPr algn="l"/>
            <a:r>
              <a:rPr lang="zh-CN" altLang="en-US" dirty="0"/>
              <a:t>后端技术：</a:t>
            </a:r>
          </a:p>
          <a:p>
            <a:pPr marL="342900" indent="-342900" algn="l">
              <a:buFont typeface="Arial" panose="020B0604020202020204" pitchFamily="34" charset="0"/>
              <a:buChar char="•"/>
            </a:pPr>
            <a:r>
              <a:rPr lang="en-US" altLang="zh-CN" b="0" dirty="0"/>
              <a:t>Node.js + Express</a:t>
            </a:r>
          </a:p>
          <a:p>
            <a:pPr marL="342900" indent="-342900" algn="l">
              <a:buFont typeface="Arial" panose="020B0604020202020204" pitchFamily="34" charset="0"/>
              <a:buChar char="•"/>
            </a:pPr>
            <a:r>
              <a:rPr lang="en-US" altLang="zh-CN" b="0" dirty="0"/>
              <a:t>MySQL </a:t>
            </a:r>
            <a:r>
              <a:rPr lang="zh-CN" altLang="en-US" b="0" dirty="0"/>
              <a:t>数据库</a:t>
            </a:r>
          </a:p>
          <a:p>
            <a:pPr marL="342900" indent="-342900" algn="l">
              <a:buFont typeface="Arial" panose="020B0604020202020204" pitchFamily="34" charset="0"/>
              <a:buChar char="•"/>
            </a:pPr>
            <a:r>
              <a:rPr lang="en-US" altLang="zh-CN" b="0" dirty="0"/>
              <a:t>JWT </a:t>
            </a:r>
            <a:r>
              <a:rPr lang="zh-CN" altLang="en-US" b="0" dirty="0"/>
              <a:t>身份认证</a:t>
            </a:r>
          </a:p>
          <a:p>
            <a:pPr marL="342900" indent="-342900" algn="l">
              <a:buFont typeface="Arial" panose="020B0604020202020204" pitchFamily="34" charset="0"/>
              <a:buChar char="•"/>
            </a:pPr>
            <a:r>
              <a:rPr lang="en-US" altLang="zh-CN" b="0" dirty="0"/>
              <a:t>AES-256-GCM </a:t>
            </a:r>
            <a:r>
              <a:rPr lang="zh-CN" altLang="en-US" b="0" dirty="0"/>
              <a:t>数据加密</a:t>
            </a:r>
          </a:p>
        </p:txBody>
      </p:sp>
      <p:sp>
        <p:nvSpPr>
          <p:cNvPr id="12" name="文本框 26">
            <a:extLst>
              <a:ext uri="{FF2B5EF4-FFF2-40B4-BE49-F238E27FC236}">
                <a16:creationId xmlns:a16="http://schemas.microsoft.com/office/drawing/2014/main" xmlns="" id="{CA7A3E77-B9F1-6E41-6AA3-19182941E3C5}"/>
              </a:ext>
            </a:extLst>
          </p:cNvPr>
          <p:cNvSpPr txBox="1"/>
          <p:nvPr/>
        </p:nvSpPr>
        <p:spPr>
          <a:xfrm>
            <a:off x="8995526" y="2517280"/>
            <a:ext cx="3908743" cy="2188176"/>
          </a:xfrm>
          <a:prstGeom prst="rect">
            <a:avLst/>
          </a:prstGeom>
          <a:noFill/>
        </p:spPr>
        <p:txBody>
          <a:bodyPr wrap="none"/>
          <a:lstStyle>
            <a:lvl1pPr lvl="0" algn="ctr">
              <a:defRPr sz="2000" b="1"/>
            </a:lvl1pPr>
          </a:lstStyle>
          <a:p>
            <a:pPr algn="l"/>
            <a:r>
              <a:rPr lang="zh-CN" altLang="en-US" dirty="0"/>
              <a:t>技术选型以稳定性、</a:t>
            </a:r>
            <a:endParaRPr lang="en-US" altLang="zh-CN" dirty="0"/>
          </a:p>
          <a:p>
            <a:pPr algn="l"/>
            <a:r>
              <a:rPr lang="zh-CN" altLang="en-US" dirty="0"/>
              <a:t>可维护性和工程实践</a:t>
            </a:r>
            <a:endParaRPr lang="en-US" altLang="zh-CN" dirty="0"/>
          </a:p>
          <a:p>
            <a:pPr algn="l"/>
            <a:r>
              <a:rPr lang="zh-CN" altLang="en-US" dirty="0"/>
              <a:t>为主要考虑。</a:t>
            </a:r>
          </a:p>
        </p:txBody>
      </p:sp>
    </p:spTree>
    <p:extLst>
      <p:ext uri="{BB962C8B-B14F-4D97-AF65-F5344CB8AC3E}">
        <p14:creationId xmlns:p14="http://schemas.microsoft.com/office/powerpoint/2010/main" val="3234867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6752525-5025-152F-6CA3-F38AC7EDF920}"/>
            </a:ext>
          </a:extLst>
        </p:cNvPr>
        <p:cNvGrpSpPr/>
        <p:nvPr/>
      </p:nvGrpSpPr>
      <p:grpSpPr>
        <a:xfrm>
          <a:off x="0" y="0"/>
          <a:ext cx="0" cy="0"/>
          <a:chOff x="0" y="0"/>
          <a:chExt cx="0" cy="0"/>
        </a:xfrm>
      </p:grpSpPr>
      <p:sp>
        <p:nvSpPr>
          <p:cNvPr id="240" name="矩形 42">
            <a:extLst>
              <a:ext uri="{FF2B5EF4-FFF2-40B4-BE49-F238E27FC236}">
                <a16:creationId xmlns:a16="http://schemas.microsoft.com/office/drawing/2014/main" xmlns="" id="{147B4FB7-E69F-F1E5-A0B0-405B7792C70F}"/>
              </a:ext>
            </a:extLst>
          </p:cNvPr>
          <p:cNvSpPr/>
          <p:nvPr/>
        </p:nvSpPr>
        <p:spPr>
          <a:xfrm>
            <a:off x="12115800" y="0"/>
            <a:ext cx="76200" cy="6858000"/>
          </a:xfrm>
          <a:prstGeom prst="rect">
            <a:avLst/>
          </a:prstGeom>
          <a:solidFill>
            <a:schemeClr val="accent1"/>
          </a:solidFill>
          <a:ln>
            <a:noFill/>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marL="0" lvl="0" indent="0" algn="ctr" defTabSz="914400">
              <a:lnSpc>
                <a:spcPct val="100000"/>
              </a:lnSpc>
              <a:spcBef>
                <a:spcPts val="0"/>
              </a:spcBef>
              <a:spcAft>
                <a:spcPts val="0"/>
              </a:spcAft>
              <a:buClrTx/>
              <a:buSzTx/>
              <a:buFontTx/>
              <a:buNone/>
            </a:pPr>
            <a:endParaRPr lang="zh-CN" altLang="zh-CN" sz="1800" b="0" i="0" u="none" strike="noStrike" kern="1200" spc="0" baseline="0">
              <a:solidFill>
                <a:srgbClr val="FFFFFF"/>
              </a:solidFill>
              <a:latin typeface="Arial"/>
              <a:ea typeface="微软雅黑"/>
            </a:endParaRPr>
          </a:p>
        </p:txBody>
      </p:sp>
      <p:grpSp>
        <p:nvGrpSpPr>
          <p:cNvPr id="241" name="组合 118">
            <a:extLst>
              <a:ext uri="{FF2B5EF4-FFF2-40B4-BE49-F238E27FC236}">
                <a16:creationId xmlns:a16="http://schemas.microsoft.com/office/drawing/2014/main" xmlns="" id="{4B99237C-6A73-BF34-82FA-15F5A4669ACF}"/>
              </a:ext>
            </a:extLst>
          </p:cNvPr>
          <p:cNvGrpSpPr/>
          <p:nvPr/>
        </p:nvGrpSpPr>
        <p:grpSpPr>
          <a:xfrm>
            <a:off x="0" y="0"/>
            <a:ext cx="682171" cy="6858000"/>
            <a:chOff x="0" y="0"/>
            <a:chExt cx="682171" cy="6858000"/>
          </a:xfrm>
        </p:grpSpPr>
        <p:sp>
          <p:nvSpPr>
            <p:cNvPr id="242" name="矩形 119">
              <a:extLst>
                <a:ext uri="{FF2B5EF4-FFF2-40B4-BE49-F238E27FC236}">
                  <a16:creationId xmlns:a16="http://schemas.microsoft.com/office/drawing/2014/main" xmlns="" id="{8D88DE69-C65E-4F47-9622-E1D771C075ED}"/>
                </a:ext>
              </a:extLst>
            </p:cNvPr>
            <p:cNvSpPr/>
            <p:nvPr/>
          </p:nvSpPr>
          <p:spPr>
            <a:xfrm>
              <a:off x="0" y="0"/>
              <a:ext cx="682171" cy="6858000"/>
            </a:xfrm>
            <a:prstGeom prst="rect">
              <a:avLst/>
            </a:prstGeom>
            <a:solidFill>
              <a:schemeClr val="bg1"/>
            </a:solidFill>
            <a:ln>
              <a:noFill/>
            </a:ln>
          </p:spPr>
          <p:txBody>
            <a:bodyPr anchor="ctr"/>
            <a:lstStyle/>
            <a:p>
              <a:pPr marL="0" lvl="0" indent="0" algn="ctr" defTabSz="914400">
                <a:lnSpc>
                  <a:spcPct val="100000"/>
                </a:lnSpc>
                <a:spcBef>
                  <a:spcPts val="0"/>
                </a:spcBef>
                <a:spcAft>
                  <a:spcPts val="0"/>
                </a:spcAft>
                <a:buClrTx/>
                <a:buSzTx/>
                <a:buFontTx/>
                <a:buNone/>
              </a:pPr>
              <a:endParaRPr lang="zh-CN" altLang="zh-CN" sz="1800" b="0" i="0" u="none" strike="noStrike" kern="1200" spc="0" baseline="0">
                <a:solidFill>
                  <a:srgbClr val="FFFFFF"/>
                </a:solidFill>
                <a:latin typeface="Arial"/>
                <a:ea typeface="微软雅黑"/>
              </a:endParaRPr>
            </a:p>
          </p:txBody>
        </p:sp>
        <p:grpSp>
          <p:nvGrpSpPr>
            <p:cNvPr id="243" name="组合 120">
              <a:extLst>
                <a:ext uri="{FF2B5EF4-FFF2-40B4-BE49-F238E27FC236}">
                  <a16:creationId xmlns:a16="http://schemas.microsoft.com/office/drawing/2014/main" xmlns="" id="{D1169791-C86D-F413-6B04-AE311127E25B}"/>
                </a:ext>
              </a:extLst>
            </p:cNvPr>
            <p:cNvGrpSpPr/>
            <p:nvPr/>
          </p:nvGrpSpPr>
          <p:grpSpPr>
            <a:xfrm>
              <a:off x="226785" y="263525"/>
              <a:ext cx="228600" cy="127000"/>
              <a:chOff x="1244600" y="6096000"/>
              <a:chExt cx="228600" cy="127000"/>
            </a:xfrm>
          </p:grpSpPr>
          <p:cxnSp>
            <p:nvCxnSpPr>
              <p:cNvPr id="244" name="直接连接符 124">
                <a:extLst>
                  <a:ext uri="{FF2B5EF4-FFF2-40B4-BE49-F238E27FC236}">
                    <a16:creationId xmlns:a16="http://schemas.microsoft.com/office/drawing/2014/main" xmlns="" id="{D8DB4A53-FA0D-7CB3-05EA-901849C734F6}"/>
                  </a:ext>
                </a:extLst>
              </p:cNvPr>
              <p:cNvCxnSpPr/>
              <p:nvPr/>
            </p:nvCxnSpPr>
            <p:spPr>
              <a:xfrm>
                <a:off x="1244600" y="6096000"/>
                <a:ext cx="228600" cy="0"/>
              </a:xfrm>
              <a:prstGeom prst="line">
                <a:avLst/>
              </a:prstGeom>
              <a:ln w="25400">
                <a:solidFill>
                  <a:schemeClr val="tx1">
                    <a:lumMod val="75000"/>
                    <a:lumOff val="25000"/>
                  </a:schemeClr>
                </a:solidFill>
                <a:prstDash val="solid"/>
                <a:miter/>
              </a:ln>
            </p:spPr>
          </p:cxnSp>
          <p:cxnSp>
            <p:nvCxnSpPr>
              <p:cNvPr id="245" name="直接连接符 125">
                <a:extLst>
                  <a:ext uri="{FF2B5EF4-FFF2-40B4-BE49-F238E27FC236}">
                    <a16:creationId xmlns:a16="http://schemas.microsoft.com/office/drawing/2014/main" xmlns="" id="{D2511477-A5D4-B544-540D-C8DF336929DA}"/>
                  </a:ext>
                </a:extLst>
              </p:cNvPr>
              <p:cNvCxnSpPr/>
              <p:nvPr/>
            </p:nvCxnSpPr>
            <p:spPr>
              <a:xfrm>
                <a:off x="1244600" y="6159500"/>
                <a:ext cx="228600" cy="0"/>
              </a:xfrm>
              <a:prstGeom prst="line">
                <a:avLst/>
              </a:prstGeom>
              <a:ln w="25400">
                <a:solidFill>
                  <a:schemeClr val="tx1">
                    <a:lumMod val="75000"/>
                    <a:lumOff val="25000"/>
                  </a:schemeClr>
                </a:solidFill>
                <a:prstDash val="solid"/>
                <a:miter/>
              </a:ln>
            </p:spPr>
          </p:cxnSp>
          <p:cxnSp>
            <p:nvCxnSpPr>
              <p:cNvPr id="246" name="直接连接符 126">
                <a:extLst>
                  <a:ext uri="{FF2B5EF4-FFF2-40B4-BE49-F238E27FC236}">
                    <a16:creationId xmlns:a16="http://schemas.microsoft.com/office/drawing/2014/main" xmlns="" id="{07287435-C20C-16FC-62B8-D606EEC094E8}"/>
                  </a:ext>
                </a:extLst>
              </p:cNvPr>
              <p:cNvCxnSpPr/>
              <p:nvPr/>
            </p:nvCxnSpPr>
            <p:spPr>
              <a:xfrm>
                <a:off x="1244600" y="6223000"/>
                <a:ext cx="228600" cy="0"/>
              </a:xfrm>
              <a:prstGeom prst="line">
                <a:avLst/>
              </a:prstGeom>
              <a:ln w="25400">
                <a:solidFill>
                  <a:schemeClr val="tx1">
                    <a:lumMod val="75000"/>
                    <a:lumOff val="25000"/>
                  </a:schemeClr>
                </a:solidFill>
                <a:prstDash val="solid"/>
                <a:miter/>
              </a:ln>
            </p:spPr>
          </p:cxnSp>
        </p:grpSp>
        <p:cxnSp>
          <p:nvCxnSpPr>
            <p:cNvPr id="247" name="直接连接符 121">
              <a:extLst>
                <a:ext uri="{FF2B5EF4-FFF2-40B4-BE49-F238E27FC236}">
                  <a16:creationId xmlns:a16="http://schemas.microsoft.com/office/drawing/2014/main" xmlns="" id="{E73E5002-AC05-D5E5-0292-2A4BAEFC44CE}"/>
                </a:ext>
              </a:extLst>
            </p:cNvPr>
            <p:cNvCxnSpPr/>
            <p:nvPr/>
          </p:nvCxnSpPr>
          <p:spPr>
            <a:xfrm flipV="1">
              <a:off x="341085" y="5881688"/>
              <a:ext cx="0" cy="435769"/>
            </a:xfrm>
            <a:prstGeom prst="line">
              <a:avLst/>
            </a:prstGeom>
            <a:ln w="3175">
              <a:solidFill>
                <a:schemeClr val="tx1">
                  <a:lumMod val="75000"/>
                  <a:lumOff val="25000"/>
                </a:schemeClr>
              </a:solidFill>
              <a:prstDash val="solid"/>
              <a:miter/>
            </a:ln>
          </p:spPr>
        </p:cxnSp>
        <p:sp>
          <p:nvSpPr>
            <p:cNvPr id="248" name="文本框 122">
              <a:extLst>
                <a:ext uri="{FF2B5EF4-FFF2-40B4-BE49-F238E27FC236}">
                  <a16:creationId xmlns:a16="http://schemas.microsoft.com/office/drawing/2014/main" xmlns="" id="{EF83E9E2-3FE8-0EB8-BFBF-6E360EEA2B15}"/>
                </a:ext>
              </a:extLst>
            </p:cNvPr>
            <p:cNvSpPr txBox="1"/>
            <p:nvPr/>
          </p:nvSpPr>
          <p:spPr>
            <a:xfrm>
              <a:off x="182227" y="6400800"/>
              <a:ext cx="317716" cy="261610"/>
            </a:xfrm>
            <a:prstGeom prst="rect">
              <a:avLst/>
            </a:prstGeom>
            <a:noFill/>
          </p:spPr>
          <p:txBody>
            <a:bodyPr wrap="none"/>
            <a:lstStyle/>
            <a:p>
              <a:pPr marL="0" lvl="0" indent="0" algn="ctr" defTabSz="914400">
                <a:lnSpc>
                  <a:spcPct val="100000"/>
                </a:lnSpc>
                <a:spcBef>
                  <a:spcPts val="0"/>
                </a:spcBef>
                <a:spcAft>
                  <a:spcPts val="0"/>
                </a:spcAft>
                <a:buClrTx/>
                <a:buSzTx/>
                <a:buFontTx/>
                <a:buNone/>
              </a:pPr>
              <a:r>
                <a:rPr lang="en-US" altLang="en-US" sz="1050" b="0" i="0" u="none" strike="noStrike" kern="1200" spc="0" baseline="0" dirty="0">
                  <a:solidFill>
                    <a:srgbClr val="000000"/>
                  </a:solidFill>
                  <a:latin typeface="微软雅黑 Light"/>
                  <a:ea typeface="微软雅黑 Light"/>
                </a:rPr>
                <a:t>08</a:t>
              </a:r>
            </a:p>
            <a:p>
              <a:pPr marL="0" lvl="0" indent="0" algn="ctr" defTabSz="914400">
                <a:lnSpc>
                  <a:spcPct val="100000"/>
                </a:lnSpc>
                <a:spcBef>
                  <a:spcPts val="0"/>
                </a:spcBef>
                <a:spcAft>
                  <a:spcPts val="0"/>
                </a:spcAft>
                <a:buClrTx/>
                <a:buSzTx/>
                <a:buFontTx/>
                <a:buNone/>
              </a:pPr>
              <a:endParaRPr lang="zh-CN" altLang="zh-CN" sz="1050" b="0" i="0" u="none" strike="noStrike" kern="1200" spc="0" baseline="0" dirty="0">
                <a:solidFill>
                  <a:srgbClr val="000000"/>
                </a:solidFill>
                <a:latin typeface="微软雅黑 Light"/>
                <a:ea typeface="微软雅黑 Light"/>
              </a:endParaRPr>
            </a:p>
          </p:txBody>
        </p:sp>
        <p:cxnSp>
          <p:nvCxnSpPr>
            <p:cNvPr id="249" name="直接连接符 123">
              <a:extLst>
                <a:ext uri="{FF2B5EF4-FFF2-40B4-BE49-F238E27FC236}">
                  <a16:creationId xmlns:a16="http://schemas.microsoft.com/office/drawing/2014/main" xmlns="" id="{8970B015-A89B-E452-4745-842F38382BAF}"/>
                </a:ext>
              </a:extLst>
            </p:cNvPr>
            <p:cNvCxnSpPr/>
            <p:nvPr/>
          </p:nvCxnSpPr>
          <p:spPr>
            <a:xfrm flipV="1">
              <a:off x="341085" y="522288"/>
              <a:ext cx="0" cy="435769"/>
            </a:xfrm>
            <a:prstGeom prst="line">
              <a:avLst/>
            </a:prstGeom>
            <a:ln w="3175">
              <a:solidFill>
                <a:schemeClr val="tx1">
                  <a:lumMod val="75000"/>
                  <a:lumOff val="25000"/>
                </a:schemeClr>
              </a:solidFill>
              <a:prstDash val="solid"/>
              <a:miter/>
            </a:ln>
          </p:spPr>
        </p:cxnSp>
      </p:grpSp>
      <p:grpSp>
        <p:nvGrpSpPr>
          <p:cNvPr id="254" name="组合 1">
            <a:extLst>
              <a:ext uri="{FF2B5EF4-FFF2-40B4-BE49-F238E27FC236}">
                <a16:creationId xmlns:a16="http://schemas.microsoft.com/office/drawing/2014/main" xmlns="" id="{BFFA245D-CE94-79EB-3FD2-17491CBAA3DD}"/>
              </a:ext>
            </a:extLst>
          </p:cNvPr>
          <p:cNvGrpSpPr/>
          <p:nvPr/>
        </p:nvGrpSpPr>
        <p:grpSpPr>
          <a:xfrm>
            <a:off x="610939" y="1831607"/>
            <a:ext cx="6168836" cy="3616292"/>
            <a:chOff x="6243776" y="2561201"/>
            <a:chExt cx="6168836" cy="3616292"/>
          </a:xfrm>
        </p:grpSpPr>
        <p:sp>
          <p:nvSpPr>
            <p:cNvPr id="256" name="文本框 66">
              <a:extLst>
                <a:ext uri="{FF2B5EF4-FFF2-40B4-BE49-F238E27FC236}">
                  <a16:creationId xmlns:a16="http://schemas.microsoft.com/office/drawing/2014/main" xmlns="" id="{26BFEADA-ABA8-DB80-7DFB-E9383D1CDE4A}"/>
                </a:ext>
              </a:extLst>
            </p:cNvPr>
            <p:cNvSpPr txBox="1"/>
            <p:nvPr/>
          </p:nvSpPr>
          <p:spPr>
            <a:xfrm>
              <a:off x="6243776" y="2561201"/>
              <a:ext cx="3775393" cy="707886"/>
            </a:xfrm>
            <a:prstGeom prst="rect">
              <a:avLst/>
            </a:prstGeom>
            <a:noFill/>
          </p:spPr>
          <p:txBody>
            <a:bodyPr wrap="none"/>
            <a:lstStyle/>
            <a:p>
              <a:pPr marL="0" indent="0" defTabSz="914400">
                <a:lnSpc>
                  <a:spcPct val="100000"/>
                </a:lnSpc>
                <a:spcBef>
                  <a:spcPts val="0"/>
                </a:spcBef>
                <a:spcAft>
                  <a:spcPts val="0"/>
                </a:spcAft>
                <a:buClrTx/>
                <a:buSzTx/>
                <a:buFontTx/>
                <a:buNone/>
              </a:pPr>
              <a:r>
                <a:rPr lang="zh-CN" altLang="en-US" sz="4000" b="1" i="0" strike="noStrike" spc="0" dirty="0">
                  <a:solidFill>
                    <a:srgbClr val="262626"/>
                  </a:solidFill>
                  <a:latin typeface="微软雅黑"/>
                  <a:ea typeface="微软雅黑"/>
                </a:rPr>
                <a:t>用户认证功能</a:t>
              </a:r>
              <a:endParaRPr dirty="0"/>
            </a:p>
          </p:txBody>
        </p:sp>
        <p:cxnSp>
          <p:nvCxnSpPr>
            <p:cNvPr id="257" name="直接连接符 67">
              <a:extLst>
                <a:ext uri="{FF2B5EF4-FFF2-40B4-BE49-F238E27FC236}">
                  <a16:creationId xmlns:a16="http://schemas.microsoft.com/office/drawing/2014/main" xmlns="" id="{D3F2875D-67A1-7B81-BC32-3A48C60A5F76}"/>
                </a:ext>
              </a:extLst>
            </p:cNvPr>
            <p:cNvCxnSpPr>
              <a:cxnSpLocks/>
            </p:cNvCxnSpPr>
            <p:nvPr/>
          </p:nvCxnSpPr>
          <p:spPr>
            <a:xfrm>
              <a:off x="6368584" y="6177493"/>
              <a:ext cx="6044028" cy="0"/>
            </a:xfrm>
            <a:prstGeom prst="line">
              <a:avLst/>
            </a:prstGeom>
            <a:ln w="19050">
              <a:solidFill>
                <a:schemeClr val="accent1"/>
              </a:solidFill>
              <a:prstDash val="solid"/>
              <a:miter/>
            </a:ln>
          </p:spPr>
        </p:cxnSp>
      </p:grpSp>
      <p:pic>
        <p:nvPicPr>
          <p:cNvPr id="6" name="图片 5" descr="图形用户界面&#10;&#10;AI 生成的内容可能不正确。">
            <a:extLst>
              <a:ext uri="{FF2B5EF4-FFF2-40B4-BE49-F238E27FC236}">
                <a16:creationId xmlns:a16="http://schemas.microsoft.com/office/drawing/2014/main" xmlns="" id="{D3D4BF3D-D2F3-A975-D7DB-315B5B672B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3517" y="672470"/>
            <a:ext cx="6455097" cy="5513060"/>
          </a:xfrm>
          <a:prstGeom prst="rect">
            <a:avLst/>
          </a:prstGeom>
        </p:spPr>
      </p:pic>
      <p:sp>
        <p:nvSpPr>
          <p:cNvPr id="3" name="文本框 2">
            <a:extLst>
              <a:ext uri="{FF2B5EF4-FFF2-40B4-BE49-F238E27FC236}">
                <a16:creationId xmlns:a16="http://schemas.microsoft.com/office/drawing/2014/main" xmlns="" id="{D1067693-99DB-1B53-3733-1C94F5D89455}"/>
              </a:ext>
            </a:extLst>
          </p:cNvPr>
          <p:cNvSpPr txBox="1"/>
          <p:nvPr/>
        </p:nvSpPr>
        <p:spPr>
          <a:xfrm>
            <a:off x="682171" y="2716731"/>
            <a:ext cx="6097604" cy="2454005"/>
          </a:xfrm>
          <a:prstGeom prst="rect">
            <a:avLst/>
          </a:prstGeom>
          <a:noFill/>
        </p:spPr>
        <p:txBody>
          <a:bodyPr wrap="square">
            <a:spAutoFit/>
          </a:bodyPr>
          <a:lstStyle/>
          <a:p>
            <a:pPr>
              <a:buNone/>
            </a:pPr>
            <a:r>
              <a:rPr lang="zh-CN" altLang="en-US" sz="2000" b="1" dirty="0"/>
              <a:t>用户认证与登录管理</a:t>
            </a:r>
            <a:endParaRPr lang="zh-CN" altLang="en-US" sz="2000" dirty="0"/>
          </a:p>
          <a:p>
            <a:pPr>
              <a:buFont typeface="Arial" panose="020B0604020202020204" pitchFamily="34" charset="0"/>
              <a:buChar char="•"/>
            </a:pPr>
            <a:r>
              <a:rPr lang="zh-CN" altLang="en-US" sz="2000" dirty="0"/>
              <a:t>支持用户注册与登录</a:t>
            </a:r>
          </a:p>
          <a:p>
            <a:pPr>
              <a:buFont typeface="Arial" panose="020B0604020202020204" pitchFamily="34" charset="0"/>
              <a:buChar char="•"/>
            </a:pPr>
            <a:r>
              <a:rPr lang="zh-CN" altLang="en-US" sz="2000" dirty="0"/>
              <a:t>使用 </a:t>
            </a:r>
            <a:r>
              <a:rPr lang="en-US" altLang="zh-CN" sz="2000" dirty="0"/>
              <a:t>JWT </a:t>
            </a:r>
            <a:r>
              <a:rPr lang="zh-CN" altLang="en-US" sz="2000" dirty="0"/>
              <a:t>实现无状态身份认证</a:t>
            </a:r>
          </a:p>
          <a:p>
            <a:pPr>
              <a:buFont typeface="Arial" panose="020B0604020202020204" pitchFamily="34" charset="0"/>
              <a:buChar char="•"/>
            </a:pPr>
            <a:r>
              <a:rPr lang="zh-CN" altLang="en-US" sz="2000" dirty="0"/>
              <a:t>用户信息与会话分离管理</a:t>
            </a:r>
          </a:p>
          <a:p>
            <a:pPr>
              <a:buFont typeface="Arial" panose="020B0604020202020204" pitchFamily="34" charset="0"/>
              <a:buChar char="•"/>
            </a:pPr>
            <a:r>
              <a:rPr lang="zh-CN" altLang="en-US" sz="2000" dirty="0"/>
              <a:t>基础权限控制，保障接口安全</a:t>
            </a:r>
          </a:p>
          <a:p>
            <a:pPr>
              <a:buNone/>
            </a:pPr>
            <a:r>
              <a:rPr lang="zh-CN" altLang="en-US" sz="2000" dirty="0"/>
              <a:t>该模块为系统的基础安全保障模块。</a:t>
            </a:r>
          </a:p>
        </p:txBody>
      </p:sp>
    </p:spTree>
    <p:extLst>
      <p:ext uri="{BB962C8B-B14F-4D97-AF65-F5344CB8AC3E}">
        <p14:creationId xmlns:p14="http://schemas.microsoft.com/office/powerpoint/2010/main" val="2785570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C879202-C008-5A14-8AE2-7915C5BCC2D2}"/>
            </a:ext>
          </a:extLst>
        </p:cNvPr>
        <p:cNvGrpSpPr/>
        <p:nvPr/>
      </p:nvGrpSpPr>
      <p:grpSpPr>
        <a:xfrm>
          <a:off x="0" y="0"/>
          <a:ext cx="0" cy="0"/>
          <a:chOff x="0" y="0"/>
          <a:chExt cx="0" cy="0"/>
        </a:xfrm>
      </p:grpSpPr>
      <p:sp>
        <p:nvSpPr>
          <p:cNvPr id="445" name="矩形 53">
            <a:extLst>
              <a:ext uri="{FF2B5EF4-FFF2-40B4-BE49-F238E27FC236}">
                <a16:creationId xmlns:a16="http://schemas.microsoft.com/office/drawing/2014/main" xmlns="" id="{EA2E3BD4-2B4E-72B0-F1AD-C77189BC46F7}"/>
              </a:ext>
            </a:extLst>
          </p:cNvPr>
          <p:cNvSpPr/>
          <p:nvPr/>
        </p:nvSpPr>
        <p:spPr>
          <a:xfrm>
            <a:off x="12115800" y="0"/>
            <a:ext cx="76200" cy="6858000"/>
          </a:xfrm>
          <a:prstGeom prst="rect">
            <a:avLst/>
          </a:prstGeom>
          <a:solidFill>
            <a:schemeClr val="accent1"/>
          </a:solidFill>
          <a:ln>
            <a:noFill/>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ctr"/>
            <a:endParaRPr lang="zh-CN" altLang="zh-CN">
              <a:solidFill>
                <a:schemeClr val="lt1"/>
              </a:solidFill>
            </a:endParaRPr>
          </a:p>
        </p:txBody>
      </p:sp>
      <p:grpSp>
        <p:nvGrpSpPr>
          <p:cNvPr id="446" name="组合 649">
            <a:extLst>
              <a:ext uri="{FF2B5EF4-FFF2-40B4-BE49-F238E27FC236}">
                <a16:creationId xmlns:a16="http://schemas.microsoft.com/office/drawing/2014/main" xmlns="" id="{4D625488-0776-800F-D3F0-85FFD0F97DFD}"/>
              </a:ext>
            </a:extLst>
          </p:cNvPr>
          <p:cNvGrpSpPr/>
          <p:nvPr/>
        </p:nvGrpSpPr>
        <p:grpSpPr>
          <a:xfrm>
            <a:off x="0" y="0"/>
            <a:ext cx="682171" cy="6858000"/>
            <a:chOff x="0" y="0"/>
            <a:chExt cx="682171" cy="6858000"/>
          </a:xfrm>
        </p:grpSpPr>
        <p:sp>
          <p:nvSpPr>
            <p:cNvPr id="447" name="矩形 655">
              <a:extLst>
                <a:ext uri="{FF2B5EF4-FFF2-40B4-BE49-F238E27FC236}">
                  <a16:creationId xmlns:a16="http://schemas.microsoft.com/office/drawing/2014/main" xmlns="" id="{2E5AA656-610D-8641-64E3-C30795D67592}"/>
                </a:ext>
              </a:extLst>
            </p:cNvPr>
            <p:cNvSpPr/>
            <p:nvPr/>
          </p:nvSpPr>
          <p:spPr>
            <a:xfrm>
              <a:off x="0" y="0"/>
              <a:ext cx="682171" cy="6858000"/>
            </a:xfrm>
            <a:prstGeom prst="rect">
              <a:avLst/>
            </a:prstGeom>
            <a:solidFill>
              <a:schemeClr val="bg1"/>
            </a:solidFill>
            <a:ln>
              <a:noFill/>
            </a:ln>
          </p:spPr>
          <p:txBody>
            <a:bodyPr anchor="ctr"/>
            <a:lstStyle/>
            <a:p>
              <a:pPr algn="ctr"/>
              <a:endParaRPr lang="zh-CN" altLang="zh-CN">
                <a:solidFill>
                  <a:schemeClr val="lt1"/>
                </a:solidFill>
              </a:endParaRPr>
            </a:p>
          </p:txBody>
        </p:sp>
        <p:grpSp>
          <p:nvGrpSpPr>
            <p:cNvPr id="448" name="组合 656">
              <a:extLst>
                <a:ext uri="{FF2B5EF4-FFF2-40B4-BE49-F238E27FC236}">
                  <a16:creationId xmlns:a16="http://schemas.microsoft.com/office/drawing/2014/main" xmlns="" id="{46977CC9-06EC-86CB-7E43-C76E64074D9E}"/>
                </a:ext>
              </a:extLst>
            </p:cNvPr>
            <p:cNvGrpSpPr/>
            <p:nvPr/>
          </p:nvGrpSpPr>
          <p:grpSpPr>
            <a:xfrm>
              <a:off x="226785" y="263525"/>
              <a:ext cx="228600" cy="127000"/>
              <a:chOff x="1244600" y="6096000"/>
              <a:chExt cx="228600" cy="127000"/>
            </a:xfrm>
          </p:grpSpPr>
          <p:cxnSp>
            <p:nvCxnSpPr>
              <p:cNvPr id="449" name="直接连接符 660">
                <a:extLst>
                  <a:ext uri="{FF2B5EF4-FFF2-40B4-BE49-F238E27FC236}">
                    <a16:creationId xmlns:a16="http://schemas.microsoft.com/office/drawing/2014/main" xmlns="" id="{EEDCE9D1-EFDB-5853-7115-3D89A559E20C}"/>
                  </a:ext>
                </a:extLst>
              </p:cNvPr>
              <p:cNvCxnSpPr/>
              <p:nvPr/>
            </p:nvCxnSpPr>
            <p:spPr>
              <a:xfrm>
                <a:off x="1244600" y="6096000"/>
                <a:ext cx="228600" cy="0"/>
              </a:xfrm>
              <a:prstGeom prst="line">
                <a:avLst/>
              </a:prstGeom>
              <a:ln w="25400">
                <a:solidFill>
                  <a:schemeClr val="tx1">
                    <a:lumMod val="75000"/>
                    <a:lumOff val="25000"/>
                  </a:schemeClr>
                </a:solidFill>
                <a:prstDash val="solid"/>
                <a:miter/>
              </a:ln>
            </p:spPr>
          </p:cxnSp>
          <p:cxnSp>
            <p:nvCxnSpPr>
              <p:cNvPr id="450" name="直接连接符 661">
                <a:extLst>
                  <a:ext uri="{FF2B5EF4-FFF2-40B4-BE49-F238E27FC236}">
                    <a16:creationId xmlns:a16="http://schemas.microsoft.com/office/drawing/2014/main" xmlns="" id="{EFC45E40-6DC7-4978-9284-5FCAE32FC621}"/>
                  </a:ext>
                </a:extLst>
              </p:cNvPr>
              <p:cNvCxnSpPr/>
              <p:nvPr/>
            </p:nvCxnSpPr>
            <p:spPr>
              <a:xfrm>
                <a:off x="1244600" y="6159500"/>
                <a:ext cx="228600" cy="0"/>
              </a:xfrm>
              <a:prstGeom prst="line">
                <a:avLst/>
              </a:prstGeom>
              <a:ln w="25400">
                <a:solidFill>
                  <a:schemeClr val="tx1">
                    <a:lumMod val="75000"/>
                    <a:lumOff val="25000"/>
                  </a:schemeClr>
                </a:solidFill>
                <a:prstDash val="solid"/>
                <a:miter/>
              </a:ln>
            </p:spPr>
          </p:cxnSp>
          <p:cxnSp>
            <p:nvCxnSpPr>
              <p:cNvPr id="451" name="直接连接符 662">
                <a:extLst>
                  <a:ext uri="{FF2B5EF4-FFF2-40B4-BE49-F238E27FC236}">
                    <a16:creationId xmlns:a16="http://schemas.microsoft.com/office/drawing/2014/main" xmlns="" id="{1CAEBCA6-6608-90CE-231F-33755DB51A85}"/>
                  </a:ext>
                </a:extLst>
              </p:cNvPr>
              <p:cNvCxnSpPr/>
              <p:nvPr/>
            </p:nvCxnSpPr>
            <p:spPr>
              <a:xfrm>
                <a:off x="1244600" y="6223000"/>
                <a:ext cx="228600" cy="0"/>
              </a:xfrm>
              <a:prstGeom prst="line">
                <a:avLst/>
              </a:prstGeom>
              <a:ln w="25400">
                <a:solidFill>
                  <a:schemeClr val="tx1">
                    <a:lumMod val="75000"/>
                    <a:lumOff val="25000"/>
                  </a:schemeClr>
                </a:solidFill>
                <a:prstDash val="solid"/>
                <a:miter/>
              </a:ln>
            </p:spPr>
          </p:cxnSp>
        </p:grpSp>
        <p:cxnSp>
          <p:nvCxnSpPr>
            <p:cNvPr id="452" name="直接连接符 657">
              <a:extLst>
                <a:ext uri="{FF2B5EF4-FFF2-40B4-BE49-F238E27FC236}">
                  <a16:creationId xmlns:a16="http://schemas.microsoft.com/office/drawing/2014/main" xmlns="" id="{FD827D29-CBF0-ACB3-2A76-E4BE7CEEF0B1}"/>
                </a:ext>
              </a:extLst>
            </p:cNvPr>
            <p:cNvCxnSpPr/>
            <p:nvPr/>
          </p:nvCxnSpPr>
          <p:spPr>
            <a:xfrm flipV="1">
              <a:off x="341085" y="5881688"/>
              <a:ext cx="0" cy="435769"/>
            </a:xfrm>
            <a:prstGeom prst="line">
              <a:avLst/>
            </a:prstGeom>
            <a:ln w="3175">
              <a:solidFill>
                <a:schemeClr val="tx1">
                  <a:lumMod val="75000"/>
                  <a:lumOff val="25000"/>
                </a:schemeClr>
              </a:solidFill>
              <a:prstDash val="solid"/>
              <a:miter/>
            </a:ln>
          </p:spPr>
        </p:cxnSp>
        <p:sp>
          <p:nvSpPr>
            <p:cNvPr id="453" name="文本框 658">
              <a:extLst>
                <a:ext uri="{FF2B5EF4-FFF2-40B4-BE49-F238E27FC236}">
                  <a16:creationId xmlns:a16="http://schemas.microsoft.com/office/drawing/2014/main" xmlns="" id="{15683551-7D0C-4B13-875D-B6E74A65770F}"/>
                </a:ext>
              </a:extLst>
            </p:cNvPr>
            <p:cNvSpPr txBox="1"/>
            <p:nvPr/>
          </p:nvSpPr>
          <p:spPr>
            <a:xfrm>
              <a:off x="182227" y="6400800"/>
              <a:ext cx="317716" cy="261610"/>
            </a:xfrm>
            <a:prstGeom prst="rect">
              <a:avLst/>
            </a:prstGeom>
            <a:noFill/>
          </p:spPr>
          <p:txBody>
            <a:bodyPr wrap="none"/>
            <a:lstStyle/>
            <a:p>
              <a:pPr algn="ctr"/>
              <a:r>
                <a:rPr lang="en-US" altLang="en-US" sz="1050" dirty="0">
                  <a:latin typeface="微软雅黑 Light"/>
                  <a:ea typeface="微软雅黑 Light"/>
                </a:rPr>
                <a:t>09</a:t>
              </a:r>
            </a:p>
            <a:p>
              <a:pPr algn="ctr"/>
              <a:endParaRPr lang="zh-CN" altLang="zh-CN" sz="1050" dirty="0">
                <a:latin typeface="微软雅黑 Light"/>
                <a:ea typeface="微软雅黑 Light"/>
              </a:endParaRPr>
            </a:p>
          </p:txBody>
        </p:sp>
        <p:cxnSp>
          <p:nvCxnSpPr>
            <p:cNvPr id="454" name="直接连接符 659">
              <a:extLst>
                <a:ext uri="{FF2B5EF4-FFF2-40B4-BE49-F238E27FC236}">
                  <a16:creationId xmlns:a16="http://schemas.microsoft.com/office/drawing/2014/main" xmlns="" id="{BBAA4C82-5AC1-B0A7-5659-7501ED8114E2}"/>
                </a:ext>
              </a:extLst>
            </p:cNvPr>
            <p:cNvCxnSpPr/>
            <p:nvPr/>
          </p:nvCxnSpPr>
          <p:spPr>
            <a:xfrm flipV="1">
              <a:off x="341085" y="522288"/>
              <a:ext cx="0" cy="435769"/>
            </a:xfrm>
            <a:prstGeom prst="line">
              <a:avLst/>
            </a:prstGeom>
            <a:ln w="3175">
              <a:solidFill>
                <a:schemeClr val="tx1">
                  <a:lumMod val="75000"/>
                  <a:lumOff val="25000"/>
                </a:schemeClr>
              </a:solidFill>
              <a:prstDash val="solid"/>
              <a:miter/>
            </a:ln>
          </p:spPr>
        </p:cxnSp>
      </p:grpSp>
      <p:grpSp>
        <p:nvGrpSpPr>
          <p:cNvPr id="468" name="组合 28">
            <a:extLst>
              <a:ext uri="{FF2B5EF4-FFF2-40B4-BE49-F238E27FC236}">
                <a16:creationId xmlns:a16="http://schemas.microsoft.com/office/drawing/2014/main" xmlns="" id="{5900D258-490F-3B6E-8440-C97A50CE9EAF}"/>
              </a:ext>
            </a:extLst>
          </p:cNvPr>
          <p:cNvGrpSpPr/>
          <p:nvPr/>
        </p:nvGrpSpPr>
        <p:grpSpPr>
          <a:xfrm>
            <a:off x="958869" y="522288"/>
            <a:ext cx="4897210" cy="646331"/>
            <a:chOff x="1501775" y="1004325"/>
            <a:chExt cx="4897210" cy="646331"/>
          </a:xfrm>
        </p:grpSpPr>
        <p:sp>
          <p:nvSpPr>
            <p:cNvPr id="469" name="文本框 29">
              <a:extLst>
                <a:ext uri="{FF2B5EF4-FFF2-40B4-BE49-F238E27FC236}">
                  <a16:creationId xmlns:a16="http://schemas.microsoft.com/office/drawing/2014/main" xmlns="" id="{18C82864-ADD9-0A30-AFB6-C3C1E88D1A57}"/>
                </a:ext>
              </a:extLst>
            </p:cNvPr>
            <p:cNvSpPr txBox="1"/>
            <p:nvPr/>
          </p:nvSpPr>
          <p:spPr>
            <a:xfrm>
              <a:off x="1597671" y="1004325"/>
              <a:ext cx="4801314" cy="646331"/>
            </a:xfrm>
            <a:prstGeom prst="rect">
              <a:avLst/>
            </a:prstGeom>
            <a:noFill/>
          </p:spPr>
          <p:txBody>
            <a:bodyPr wrap="none"/>
            <a:lstStyle/>
            <a:p>
              <a:r>
                <a:rPr lang="zh-CN" altLang="en-US" sz="3600" b="1" dirty="0">
                  <a:solidFill>
                    <a:srgbClr val="262626"/>
                  </a:solidFill>
                  <a:latin typeface="微软雅黑"/>
                  <a:ea typeface="微软雅黑"/>
                </a:rPr>
                <a:t>课程管理功能</a:t>
              </a:r>
              <a:endParaRPr dirty="0"/>
            </a:p>
          </p:txBody>
        </p:sp>
        <p:cxnSp>
          <p:nvCxnSpPr>
            <p:cNvPr id="470" name="直接连接符 30">
              <a:extLst>
                <a:ext uri="{FF2B5EF4-FFF2-40B4-BE49-F238E27FC236}">
                  <a16:creationId xmlns:a16="http://schemas.microsoft.com/office/drawing/2014/main" xmlns="" id="{EDB0C356-26BB-9167-BFD1-F6AA8C5C22AF}"/>
                </a:ext>
              </a:extLst>
            </p:cNvPr>
            <p:cNvCxnSpPr/>
            <p:nvPr/>
          </p:nvCxnSpPr>
          <p:spPr>
            <a:xfrm>
              <a:off x="1501775" y="1101725"/>
              <a:ext cx="0" cy="455613"/>
            </a:xfrm>
            <a:prstGeom prst="line">
              <a:avLst/>
            </a:prstGeom>
            <a:ln w="63500">
              <a:solidFill>
                <a:schemeClr val="accent1"/>
              </a:solidFill>
              <a:prstDash val="solid"/>
              <a:miter/>
            </a:ln>
          </p:spPr>
        </p:cxnSp>
      </p:grpSp>
      <p:sp>
        <p:nvSpPr>
          <p:cNvPr id="3" name="文本框 2">
            <a:extLst>
              <a:ext uri="{FF2B5EF4-FFF2-40B4-BE49-F238E27FC236}">
                <a16:creationId xmlns:a16="http://schemas.microsoft.com/office/drawing/2014/main" xmlns="" id="{6FD6514F-4739-7C55-970A-E760886F598C}"/>
              </a:ext>
            </a:extLst>
          </p:cNvPr>
          <p:cNvSpPr txBox="1"/>
          <p:nvPr/>
        </p:nvSpPr>
        <p:spPr>
          <a:xfrm>
            <a:off x="7621393" y="2001942"/>
            <a:ext cx="5375730" cy="2854115"/>
          </a:xfrm>
          <a:prstGeom prst="rect">
            <a:avLst/>
          </a:prstGeom>
          <a:noFill/>
        </p:spPr>
        <p:txBody>
          <a:bodyPr wrap="square">
            <a:spAutoFit/>
          </a:bodyPr>
          <a:lstStyle/>
          <a:p>
            <a:pPr>
              <a:buNone/>
            </a:pPr>
            <a:r>
              <a:rPr lang="zh-CN" altLang="en-US" sz="2000" b="1" dirty="0"/>
              <a:t>课程管理功能设计</a:t>
            </a:r>
            <a:endParaRPr lang="zh-CN" altLang="en-US" sz="2000" dirty="0"/>
          </a:p>
          <a:p>
            <a:pPr>
              <a:buFont typeface="Arial" panose="020B0604020202020204" pitchFamily="34" charset="0"/>
              <a:buChar char="•"/>
            </a:pPr>
            <a:r>
              <a:rPr lang="zh-CN" altLang="en-US" sz="2000" dirty="0"/>
              <a:t>统一展示用户已添加课程</a:t>
            </a:r>
          </a:p>
          <a:p>
            <a:pPr>
              <a:buFont typeface="Arial" panose="020B0604020202020204" pitchFamily="34" charset="0"/>
              <a:buChar char="•"/>
            </a:pPr>
            <a:r>
              <a:rPr lang="zh-CN" altLang="en-US" sz="2000" dirty="0"/>
              <a:t>支持课程的新增、编辑与删除</a:t>
            </a:r>
          </a:p>
          <a:p>
            <a:pPr>
              <a:buFont typeface="Arial" panose="020B0604020202020204" pitchFamily="34" charset="0"/>
              <a:buChar char="•"/>
            </a:pPr>
            <a:r>
              <a:rPr lang="zh-CN" altLang="en-US" sz="2000" dirty="0"/>
              <a:t>每门课程独立管理跳转信息</a:t>
            </a:r>
          </a:p>
          <a:p>
            <a:pPr>
              <a:buFont typeface="Arial" panose="020B0604020202020204" pitchFamily="34" charset="0"/>
              <a:buChar char="•"/>
            </a:pPr>
            <a:r>
              <a:rPr lang="zh-CN" altLang="en-US" sz="2000" dirty="0"/>
              <a:t>课程状态与访问次数记录</a:t>
            </a:r>
            <a:endParaRPr lang="en-US" altLang="zh-CN" sz="2000" dirty="0"/>
          </a:p>
          <a:p>
            <a:pPr>
              <a:buFont typeface="Arial" panose="020B0604020202020204" pitchFamily="34" charset="0"/>
              <a:buChar char="•"/>
            </a:pPr>
            <a:endParaRPr lang="zh-CN" altLang="en-US" sz="2000" dirty="0"/>
          </a:p>
          <a:p>
            <a:pPr>
              <a:buNone/>
            </a:pPr>
            <a:r>
              <a:rPr lang="zh-CN" altLang="en-US" sz="2000" dirty="0"/>
              <a:t>课程管理页面是系统的核心功能界面。</a:t>
            </a:r>
          </a:p>
        </p:txBody>
      </p:sp>
      <p:pic>
        <p:nvPicPr>
          <p:cNvPr id="5" name="图片 4" descr="图形用户界面, 应用程序, Teams&#10;&#10;AI 生成的内容可能不正确。">
            <a:extLst>
              <a:ext uri="{FF2B5EF4-FFF2-40B4-BE49-F238E27FC236}">
                <a16:creationId xmlns:a16="http://schemas.microsoft.com/office/drawing/2014/main" xmlns="" id="{C3746D18-CC98-D2E8-DC9A-F3D3D0ED6D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7321" y="1338015"/>
            <a:ext cx="6074286" cy="5193590"/>
          </a:xfrm>
          <a:prstGeom prst="rect">
            <a:avLst/>
          </a:prstGeom>
        </p:spPr>
      </p:pic>
    </p:spTree>
    <p:extLst>
      <p:ext uri="{BB962C8B-B14F-4D97-AF65-F5344CB8AC3E}">
        <p14:creationId xmlns:p14="http://schemas.microsoft.com/office/powerpoint/2010/main" val="1660850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DDAA877-AA8D-6844-586A-04CDE8ECC4A7}"/>
            </a:ext>
          </a:extLst>
        </p:cNvPr>
        <p:cNvGrpSpPr/>
        <p:nvPr/>
      </p:nvGrpSpPr>
      <p:grpSpPr>
        <a:xfrm>
          <a:off x="0" y="0"/>
          <a:ext cx="0" cy="0"/>
          <a:chOff x="0" y="0"/>
          <a:chExt cx="0" cy="0"/>
        </a:xfrm>
      </p:grpSpPr>
      <p:sp>
        <p:nvSpPr>
          <p:cNvPr id="445" name="矩形 53">
            <a:extLst>
              <a:ext uri="{FF2B5EF4-FFF2-40B4-BE49-F238E27FC236}">
                <a16:creationId xmlns:a16="http://schemas.microsoft.com/office/drawing/2014/main" xmlns="" id="{8577278A-2ADB-702D-6BE0-E3E2554BE87A}"/>
              </a:ext>
            </a:extLst>
          </p:cNvPr>
          <p:cNvSpPr/>
          <p:nvPr/>
        </p:nvSpPr>
        <p:spPr>
          <a:xfrm>
            <a:off x="12115800" y="0"/>
            <a:ext cx="76200" cy="6858000"/>
          </a:xfrm>
          <a:prstGeom prst="rect">
            <a:avLst/>
          </a:prstGeom>
          <a:solidFill>
            <a:schemeClr val="accent1"/>
          </a:solidFill>
          <a:ln>
            <a:noFill/>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ctr"/>
            <a:endParaRPr lang="zh-CN" altLang="zh-CN">
              <a:solidFill>
                <a:schemeClr val="lt1"/>
              </a:solidFill>
            </a:endParaRPr>
          </a:p>
        </p:txBody>
      </p:sp>
      <p:grpSp>
        <p:nvGrpSpPr>
          <p:cNvPr id="446" name="组合 649">
            <a:extLst>
              <a:ext uri="{FF2B5EF4-FFF2-40B4-BE49-F238E27FC236}">
                <a16:creationId xmlns:a16="http://schemas.microsoft.com/office/drawing/2014/main" xmlns="" id="{1CE95D00-E134-AFFD-E40A-99336DB8EE77}"/>
              </a:ext>
            </a:extLst>
          </p:cNvPr>
          <p:cNvGrpSpPr/>
          <p:nvPr/>
        </p:nvGrpSpPr>
        <p:grpSpPr>
          <a:xfrm>
            <a:off x="0" y="0"/>
            <a:ext cx="682171" cy="6858000"/>
            <a:chOff x="0" y="0"/>
            <a:chExt cx="682171" cy="6858000"/>
          </a:xfrm>
        </p:grpSpPr>
        <p:sp>
          <p:nvSpPr>
            <p:cNvPr id="447" name="矩形 655">
              <a:extLst>
                <a:ext uri="{FF2B5EF4-FFF2-40B4-BE49-F238E27FC236}">
                  <a16:creationId xmlns:a16="http://schemas.microsoft.com/office/drawing/2014/main" xmlns="" id="{0701509B-BD4B-C0FA-E1DF-E5CD92819E4A}"/>
                </a:ext>
              </a:extLst>
            </p:cNvPr>
            <p:cNvSpPr/>
            <p:nvPr/>
          </p:nvSpPr>
          <p:spPr>
            <a:xfrm>
              <a:off x="0" y="0"/>
              <a:ext cx="682171" cy="6858000"/>
            </a:xfrm>
            <a:prstGeom prst="rect">
              <a:avLst/>
            </a:prstGeom>
            <a:solidFill>
              <a:schemeClr val="bg1"/>
            </a:solidFill>
            <a:ln>
              <a:noFill/>
            </a:ln>
          </p:spPr>
          <p:txBody>
            <a:bodyPr anchor="ctr"/>
            <a:lstStyle/>
            <a:p>
              <a:pPr algn="ctr"/>
              <a:endParaRPr lang="zh-CN" altLang="zh-CN">
                <a:solidFill>
                  <a:schemeClr val="lt1"/>
                </a:solidFill>
              </a:endParaRPr>
            </a:p>
          </p:txBody>
        </p:sp>
        <p:grpSp>
          <p:nvGrpSpPr>
            <p:cNvPr id="448" name="组合 656">
              <a:extLst>
                <a:ext uri="{FF2B5EF4-FFF2-40B4-BE49-F238E27FC236}">
                  <a16:creationId xmlns:a16="http://schemas.microsoft.com/office/drawing/2014/main" xmlns="" id="{922FA21A-B65C-0E66-0104-C7DB134B05E3}"/>
                </a:ext>
              </a:extLst>
            </p:cNvPr>
            <p:cNvGrpSpPr/>
            <p:nvPr/>
          </p:nvGrpSpPr>
          <p:grpSpPr>
            <a:xfrm>
              <a:off x="226785" y="263525"/>
              <a:ext cx="228600" cy="127000"/>
              <a:chOff x="1244600" y="6096000"/>
              <a:chExt cx="228600" cy="127000"/>
            </a:xfrm>
          </p:grpSpPr>
          <p:cxnSp>
            <p:nvCxnSpPr>
              <p:cNvPr id="449" name="直接连接符 660">
                <a:extLst>
                  <a:ext uri="{FF2B5EF4-FFF2-40B4-BE49-F238E27FC236}">
                    <a16:creationId xmlns:a16="http://schemas.microsoft.com/office/drawing/2014/main" xmlns="" id="{0C8431F8-19C2-A198-5070-6C82F5CF9B69}"/>
                  </a:ext>
                </a:extLst>
              </p:cNvPr>
              <p:cNvCxnSpPr/>
              <p:nvPr/>
            </p:nvCxnSpPr>
            <p:spPr>
              <a:xfrm>
                <a:off x="1244600" y="6096000"/>
                <a:ext cx="228600" cy="0"/>
              </a:xfrm>
              <a:prstGeom prst="line">
                <a:avLst/>
              </a:prstGeom>
              <a:ln w="25400">
                <a:solidFill>
                  <a:schemeClr val="tx1">
                    <a:lumMod val="75000"/>
                    <a:lumOff val="25000"/>
                  </a:schemeClr>
                </a:solidFill>
                <a:prstDash val="solid"/>
                <a:miter/>
              </a:ln>
            </p:spPr>
          </p:cxnSp>
          <p:cxnSp>
            <p:nvCxnSpPr>
              <p:cNvPr id="450" name="直接连接符 661">
                <a:extLst>
                  <a:ext uri="{FF2B5EF4-FFF2-40B4-BE49-F238E27FC236}">
                    <a16:creationId xmlns:a16="http://schemas.microsoft.com/office/drawing/2014/main" xmlns="" id="{12C2D55F-5C0C-DA83-D0F8-B5DEAF100A80}"/>
                  </a:ext>
                </a:extLst>
              </p:cNvPr>
              <p:cNvCxnSpPr/>
              <p:nvPr/>
            </p:nvCxnSpPr>
            <p:spPr>
              <a:xfrm>
                <a:off x="1244600" y="6159500"/>
                <a:ext cx="228600" cy="0"/>
              </a:xfrm>
              <a:prstGeom prst="line">
                <a:avLst/>
              </a:prstGeom>
              <a:ln w="25400">
                <a:solidFill>
                  <a:schemeClr val="tx1">
                    <a:lumMod val="75000"/>
                    <a:lumOff val="25000"/>
                  </a:schemeClr>
                </a:solidFill>
                <a:prstDash val="solid"/>
                <a:miter/>
              </a:ln>
            </p:spPr>
          </p:cxnSp>
          <p:cxnSp>
            <p:nvCxnSpPr>
              <p:cNvPr id="451" name="直接连接符 662">
                <a:extLst>
                  <a:ext uri="{FF2B5EF4-FFF2-40B4-BE49-F238E27FC236}">
                    <a16:creationId xmlns:a16="http://schemas.microsoft.com/office/drawing/2014/main" xmlns="" id="{71BD949A-851F-671F-6F9A-AF8CA04EBE1B}"/>
                  </a:ext>
                </a:extLst>
              </p:cNvPr>
              <p:cNvCxnSpPr/>
              <p:nvPr/>
            </p:nvCxnSpPr>
            <p:spPr>
              <a:xfrm>
                <a:off x="1244600" y="6223000"/>
                <a:ext cx="228600" cy="0"/>
              </a:xfrm>
              <a:prstGeom prst="line">
                <a:avLst/>
              </a:prstGeom>
              <a:ln w="25400">
                <a:solidFill>
                  <a:schemeClr val="tx1">
                    <a:lumMod val="75000"/>
                    <a:lumOff val="25000"/>
                  </a:schemeClr>
                </a:solidFill>
                <a:prstDash val="solid"/>
                <a:miter/>
              </a:ln>
            </p:spPr>
          </p:cxnSp>
        </p:grpSp>
        <p:cxnSp>
          <p:nvCxnSpPr>
            <p:cNvPr id="452" name="直接连接符 657">
              <a:extLst>
                <a:ext uri="{FF2B5EF4-FFF2-40B4-BE49-F238E27FC236}">
                  <a16:creationId xmlns:a16="http://schemas.microsoft.com/office/drawing/2014/main" xmlns="" id="{23B882DA-5CD8-43C7-45B1-E4DA3E31BA1F}"/>
                </a:ext>
              </a:extLst>
            </p:cNvPr>
            <p:cNvCxnSpPr/>
            <p:nvPr/>
          </p:nvCxnSpPr>
          <p:spPr>
            <a:xfrm flipV="1">
              <a:off x="341085" y="5881688"/>
              <a:ext cx="0" cy="435769"/>
            </a:xfrm>
            <a:prstGeom prst="line">
              <a:avLst/>
            </a:prstGeom>
            <a:ln w="3175">
              <a:solidFill>
                <a:schemeClr val="tx1">
                  <a:lumMod val="75000"/>
                  <a:lumOff val="25000"/>
                </a:schemeClr>
              </a:solidFill>
              <a:prstDash val="solid"/>
              <a:miter/>
            </a:ln>
          </p:spPr>
        </p:cxnSp>
        <p:sp>
          <p:nvSpPr>
            <p:cNvPr id="453" name="文本框 658">
              <a:extLst>
                <a:ext uri="{FF2B5EF4-FFF2-40B4-BE49-F238E27FC236}">
                  <a16:creationId xmlns:a16="http://schemas.microsoft.com/office/drawing/2014/main" xmlns="" id="{C6876777-B307-7C12-4B29-AD3FD3480645}"/>
                </a:ext>
              </a:extLst>
            </p:cNvPr>
            <p:cNvSpPr txBox="1"/>
            <p:nvPr/>
          </p:nvSpPr>
          <p:spPr>
            <a:xfrm>
              <a:off x="182227" y="6400800"/>
              <a:ext cx="317716" cy="261610"/>
            </a:xfrm>
            <a:prstGeom prst="rect">
              <a:avLst/>
            </a:prstGeom>
            <a:noFill/>
          </p:spPr>
          <p:txBody>
            <a:bodyPr wrap="none"/>
            <a:lstStyle/>
            <a:p>
              <a:pPr algn="ctr"/>
              <a:r>
                <a:rPr lang="en-US" altLang="en-US" sz="1050" dirty="0">
                  <a:latin typeface="微软雅黑 Light"/>
                  <a:ea typeface="微软雅黑 Light"/>
                </a:rPr>
                <a:t>10	</a:t>
              </a:r>
            </a:p>
            <a:p>
              <a:pPr algn="ctr"/>
              <a:endParaRPr lang="zh-CN" altLang="zh-CN" sz="1050" dirty="0">
                <a:latin typeface="微软雅黑 Light"/>
                <a:ea typeface="微软雅黑 Light"/>
              </a:endParaRPr>
            </a:p>
          </p:txBody>
        </p:sp>
        <p:cxnSp>
          <p:nvCxnSpPr>
            <p:cNvPr id="454" name="直接连接符 659">
              <a:extLst>
                <a:ext uri="{FF2B5EF4-FFF2-40B4-BE49-F238E27FC236}">
                  <a16:creationId xmlns:a16="http://schemas.microsoft.com/office/drawing/2014/main" xmlns="" id="{8F7D6FE0-C521-12BE-C6EA-1D93AF8D7E69}"/>
                </a:ext>
              </a:extLst>
            </p:cNvPr>
            <p:cNvCxnSpPr/>
            <p:nvPr/>
          </p:nvCxnSpPr>
          <p:spPr>
            <a:xfrm flipV="1">
              <a:off x="341085" y="522288"/>
              <a:ext cx="0" cy="435769"/>
            </a:xfrm>
            <a:prstGeom prst="line">
              <a:avLst/>
            </a:prstGeom>
            <a:ln w="3175">
              <a:solidFill>
                <a:schemeClr val="tx1">
                  <a:lumMod val="75000"/>
                  <a:lumOff val="25000"/>
                </a:schemeClr>
              </a:solidFill>
              <a:prstDash val="solid"/>
              <a:miter/>
            </a:ln>
          </p:spPr>
        </p:cxnSp>
      </p:grpSp>
      <p:grpSp>
        <p:nvGrpSpPr>
          <p:cNvPr id="468" name="组合 28">
            <a:extLst>
              <a:ext uri="{FF2B5EF4-FFF2-40B4-BE49-F238E27FC236}">
                <a16:creationId xmlns:a16="http://schemas.microsoft.com/office/drawing/2014/main" xmlns="" id="{00129A52-EE2F-3452-B110-D13781065111}"/>
              </a:ext>
            </a:extLst>
          </p:cNvPr>
          <p:cNvGrpSpPr/>
          <p:nvPr/>
        </p:nvGrpSpPr>
        <p:grpSpPr>
          <a:xfrm>
            <a:off x="908956" y="390525"/>
            <a:ext cx="4897210" cy="646331"/>
            <a:chOff x="1501775" y="1004325"/>
            <a:chExt cx="4897210" cy="646331"/>
          </a:xfrm>
        </p:grpSpPr>
        <p:sp>
          <p:nvSpPr>
            <p:cNvPr id="469" name="文本框 29">
              <a:extLst>
                <a:ext uri="{FF2B5EF4-FFF2-40B4-BE49-F238E27FC236}">
                  <a16:creationId xmlns:a16="http://schemas.microsoft.com/office/drawing/2014/main" xmlns="" id="{341CBE31-1A1F-6622-2A9C-FCA328994D3B}"/>
                </a:ext>
              </a:extLst>
            </p:cNvPr>
            <p:cNvSpPr txBox="1"/>
            <p:nvPr/>
          </p:nvSpPr>
          <p:spPr>
            <a:xfrm>
              <a:off x="1597671" y="1004325"/>
              <a:ext cx="4801314" cy="646331"/>
            </a:xfrm>
            <a:prstGeom prst="rect">
              <a:avLst/>
            </a:prstGeom>
            <a:noFill/>
          </p:spPr>
          <p:txBody>
            <a:bodyPr wrap="none"/>
            <a:lstStyle/>
            <a:p>
              <a:r>
                <a:rPr lang="zh-CN" altLang="en-US" sz="3600" b="1" dirty="0">
                  <a:solidFill>
                    <a:srgbClr val="262626"/>
                  </a:solidFill>
                  <a:latin typeface="微软雅黑"/>
                  <a:ea typeface="微软雅黑"/>
                </a:rPr>
                <a:t>课程添加与解析</a:t>
              </a:r>
              <a:endParaRPr dirty="0"/>
            </a:p>
          </p:txBody>
        </p:sp>
        <p:cxnSp>
          <p:nvCxnSpPr>
            <p:cNvPr id="470" name="直接连接符 30">
              <a:extLst>
                <a:ext uri="{FF2B5EF4-FFF2-40B4-BE49-F238E27FC236}">
                  <a16:creationId xmlns:a16="http://schemas.microsoft.com/office/drawing/2014/main" xmlns="" id="{277A9FD4-2488-3022-535A-2B9AEB65A724}"/>
                </a:ext>
              </a:extLst>
            </p:cNvPr>
            <p:cNvCxnSpPr/>
            <p:nvPr/>
          </p:nvCxnSpPr>
          <p:spPr>
            <a:xfrm>
              <a:off x="1501775" y="1101725"/>
              <a:ext cx="0" cy="455613"/>
            </a:xfrm>
            <a:prstGeom prst="line">
              <a:avLst/>
            </a:prstGeom>
            <a:ln w="63500">
              <a:solidFill>
                <a:schemeClr val="accent1"/>
              </a:solidFill>
              <a:prstDash val="solid"/>
              <a:miter/>
            </a:ln>
          </p:spPr>
        </p:cxnSp>
      </p:grpSp>
      <p:sp>
        <p:nvSpPr>
          <p:cNvPr id="3" name="文本框 2">
            <a:extLst>
              <a:ext uri="{FF2B5EF4-FFF2-40B4-BE49-F238E27FC236}">
                <a16:creationId xmlns:a16="http://schemas.microsoft.com/office/drawing/2014/main" xmlns="" id="{50624D2A-A23E-4DEF-59D1-674401A3C460}"/>
              </a:ext>
            </a:extLst>
          </p:cNvPr>
          <p:cNvSpPr txBox="1"/>
          <p:nvPr/>
        </p:nvSpPr>
        <p:spPr>
          <a:xfrm>
            <a:off x="7631018" y="2201997"/>
            <a:ext cx="5375730" cy="2854115"/>
          </a:xfrm>
          <a:prstGeom prst="rect">
            <a:avLst/>
          </a:prstGeom>
          <a:noFill/>
        </p:spPr>
        <p:txBody>
          <a:bodyPr wrap="square">
            <a:spAutoFit/>
          </a:bodyPr>
          <a:lstStyle/>
          <a:p>
            <a:r>
              <a:rPr lang="zh-CN" altLang="en-US" sz="2000" b="1" dirty="0"/>
              <a:t>课程添加与 </a:t>
            </a:r>
            <a:r>
              <a:rPr lang="en-US" altLang="zh-CN" sz="2000" b="1" dirty="0"/>
              <a:t>URL </a:t>
            </a:r>
            <a:r>
              <a:rPr lang="zh-CN" altLang="en-US" sz="2000" b="1" dirty="0"/>
              <a:t>自动解析</a:t>
            </a:r>
            <a:endParaRPr lang="en-US" altLang="zh-CN" sz="2000" b="1" dirty="0"/>
          </a:p>
          <a:p>
            <a:r>
              <a:rPr lang="en-US" altLang="zh-CN" sz="2000" b="1" dirty="0"/>
              <a:t>	</a:t>
            </a:r>
            <a:endParaRPr lang="zh-CN" altLang="en-US" sz="2000" dirty="0"/>
          </a:p>
          <a:p>
            <a:r>
              <a:rPr lang="zh-CN" altLang="en-US" sz="2000" dirty="0"/>
              <a:t>用户输入课程链接即可添加课程</a:t>
            </a:r>
          </a:p>
          <a:p>
            <a:r>
              <a:rPr lang="zh-CN" altLang="en-US" sz="2000" dirty="0"/>
              <a:t>系统自动解析课程地址信息</a:t>
            </a:r>
          </a:p>
          <a:p>
            <a:r>
              <a:rPr lang="zh-CN" altLang="en-US" sz="2000" dirty="0"/>
              <a:t>登录凭证本地加密存储</a:t>
            </a:r>
          </a:p>
          <a:p>
            <a:r>
              <a:rPr lang="zh-CN" altLang="en-US" sz="2000" dirty="0"/>
              <a:t>减少用户重复输入操作</a:t>
            </a:r>
          </a:p>
          <a:p>
            <a:r>
              <a:rPr lang="zh-CN" altLang="en-US" sz="2000" dirty="0"/>
              <a:t>该设计有效提升了课程录入效率。</a:t>
            </a:r>
          </a:p>
        </p:txBody>
      </p:sp>
      <p:pic>
        <p:nvPicPr>
          <p:cNvPr id="7" name="图片 6" descr="图形用户界面, 应用程序&#10;&#10;AI 生成的内容可能不正确。">
            <a:extLst>
              <a:ext uri="{FF2B5EF4-FFF2-40B4-BE49-F238E27FC236}">
                <a16:creationId xmlns:a16="http://schemas.microsoft.com/office/drawing/2014/main" xmlns="" id="{F94AB002-E595-4CFC-74D7-A804ED95A7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170" y="1172739"/>
            <a:ext cx="6415254" cy="5489671"/>
          </a:xfrm>
          <a:prstGeom prst="rect">
            <a:avLst/>
          </a:prstGeom>
        </p:spPr>
      </p:pic>
    </p:spTree>
    <p:extLst>
      <p:ext uri="{BB962C8B-B14F-4D97-AF65-F5344CB8AC3E}">
        <p14:creationId xmlns:p14="http://schemas.microsoft.com/office/powerpoint/2010/main" val="727983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193BA59-18B1-E48E-609C-F8D2693E38EB}"/>
            </a:ext>
          </a:extLst>
        </p:cNvPr>
        <p:cNvGrpSpPr/>
        <p:nvPr/>
      </p:nvGrpSpPr>
      <p:grpSpPr>
        <a:xfrm>
          <a:off x="0" y="0"/>
          <a:ext cx="0" cy="0"/>
          <a:chOff x="0" y="0"/>
          <a:chExt cx="0" cy="0"/>
        </a:xfrm>
      </p:grpSpPr>
      <p:sp>
        <p:nvSpPr>
          <p:cNvPr id="240" name="矩形 42">
            <a:extLst>
              <a:ext uri="{FF2B5EF4-FFF2-40B4-BE49-F238E27FC236}">
                <a16:creationId xmlns:a16="http://schemas.microsoft.com/office/drawing/2014/main" xmlns="" id="{02D6346B-92E5-87DA-E3EB-9D29E2BB917B}"/>
              </a:ext>
            </a:extLst>
          </p:cNvPr>
          <p:cNvSpPr/>
          <p:nvPr/>
        </p:nvSpPr>
        <p:spPr>
          <a:xfrm>
            <a:off x="12115800" y="0"/>
            <a:ext cx="76200" cy="6858000"/>
          </a:xfrm>
          <a:prstGeom prst="rect">
            <a:avLst/>
          </a:prstGeom>
          <a:solidFill>
            <a:schemeClr val="accent1"/>
          </a:solidFill>
          <a:ln>
            <a:noFill/>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marL="0" lvl="0" indent="0" algn="ctr" defTabSz="914400">
              <a:lnSpc>
                <a:spcPct val="100000"/>
              </a:lnSpc>
              <a:spcBef>
                <a:spcPts val="0"/>
              </a:spcBef>
              <a:spcAft>
                <a:spcPts val="0"/>
              </a:spcAft>
              <a:buClrTx/>
              <a:buSzTx/>
              <a:buFontTx/>
              <a:buNone/>
            </a:pPr>
            <a:endParaRPr lang="zh-CN" altLang="zh-CN" sz="1800" b="0" i="0" u="none" strike="noStrike" kern="1200" spc="0" baseline="0">
              <a:solidFill>
                <a:srgbClr val="FFFFFF"/>
              </a:solidFill>
              <a:latin typeface="Arial"/>
              <a:ea typeface="微软雅黑"/>
            </a:endParaRPr>
          </a:p>
        </p:txBody>
      </p:sp>
      <p:grpSp>
        <p:nvGrpSpPr>
          <p:cNvPr id="241" name="组合 118">
            <a:extLst>
              <a:ext uri="{FF2B5EF4-FFF2-40B4-BE49-F238E27FC236}">
                <a16:creationId xmlns:a16="http://schemas.microsoft.com/office/drawing/2014/main" xmlns="" id="{CA72AAE5-582E-247E-3FA3-6A6CB1302B18}"/>
              </a:ext>
            </a:extLst>
          </p:cNvPr>
          <p:cNvGrpSpPr/>
          <p:nvPr/>
        </p:nvGrpSpPr>
        <p:grpSpPr>
          <a:xfrm>
            <a:off x="0" y="0"/>
            <a:ext cx="682171" cy="6858000"/>
            <a:chOff x="0" y="0"/>
            <a:chExt cx="682171" cy="6858000"/>
          </a:xfrm>
        </p:grpSpPr>
        <p:sp>
          <p:nvSpPr>
            <p:cNvPr id="242" name="矩形 119">
              <a:extLst>
                <a:ext uri="{FF2B5EF4-FFF2-40B4-BE49-F238E27FC236}">
                  <a16:creationId xmlns:a16="http://schemas.microsoft.com/office/drawing/2014/main" xmlns="" id="{AC17ECA2-6004-78EC-C57E-3E056DA3B7BB}"/>
                </a:ext>
              </a:extLst>
            </p:cNvPr>
            <p:cNvSpPr/>
            <p:nvPr/>
          </p:nvSpPr>
          <p:spPr>
            <a:xfrm>
              <a:off x="0" y="0"/>
              <a:ext cx="682171" cy="6858000"/>
            </a:xfrm>
            <a:prstGeom prst="rect">
              <a:avLst/>
            </a:prstGeom>
            <a:solidFill>
              <a:schemeClr val="bg1"/>
            </a:solidFill>
            <a:ln>
              <a:noFill/>
            </a:ln>
          </p:spPr>
          <p:txBody>
            <a:bodyPr anchor="ctr"/>
            <a:lstStyle/>
            <a:p>
              <a:pPr marL="0" lvl="0" indent="0" algn="ctr" defTabSz="914400">
                <a:lnSpc>
                  <a:spcPct val="100000"/>
                </a:lnSpc>
                <a:spcBef>
                  <a:spcPts val="0"/>
                </a:spcBef>
                <a:spcAft>
                  <a:spcPts val="0"/>
                </a:spcAft>
                <a:buClrTx/>
                <a:buSzTx/>
                <a:buFontTx/>
                <a:buNone/>
              </a:pPr>
              <a:endParaRPr lang="zh-CN" altLang="zh-CN" sz="1800" b="0" i="0" u="none" strike="noStrike" kern="1200" spc="0" baseline="0">
                <a:solidFill>
                  <a:srgbClr val="FFFFFF"/>
                </a:solidFill>
                <a:latin typeface="Arial"/>
                <a:ea typeface="微软雅黑"/>
              </a:endParaRPr>
            </a:p>
          </p:txBody>
        </p:sp>
        <p:grpSp>
          <p:nvGrpSpPr>
            <p:cNvPr id="243" name="组合 120">
              <a:extLst>
                <a:ext uri="{FF2B5EF4-FFF2-40B4-BE49-F238E27FC236}">
                  <a16:creationId xmlns:a16="http://schemas.microsoft.com/office/drawing/2014/main" xmlns="" id="{FB9E21F9-B692-0A78-6DDB-17D75196A46A}"/>
                </a:ext>
              </a:extLst>
            </p:cNvPr>
            <p:cNvGrpSpPr/>
            <p:nvPr/>
          </p:nvGrpSpPr>
          <p:grpSpPr>
            <a:xfrm>
              <a:off x="226785" y="263525"/>
              <a:ext cx="228600" cy="127000"/>
              <a:chOff x="1244600" y="6096000"/>
              <a:chExt cx="228600" cy="127000"/>
            </a:xfrm>
          </p:grpSpPr>
          <p:cxnSp>
            <p:nvCxnSpPr>
              <p:cNvPr id="244" name="直接连接符 124">
                <a:extLst>
                  <a:ext uri="{FF2B5EF4-FFF2-40B4-BE49-F238E27FC236}">
                    <a16:creationId xmlns:a16="http://schemas.microsoft.com/office/drawing/2014/main" xmlns="" id="{F855C9D4-29C1-53D6-B056-E4633E23AC4C}"/>
                  </a:ext>
                </a:extLst>
              </p:cNvPr>
              <p:cNvCxnSpPr/>
              <p:nvPr/>
            </p:nvCxnSpPr>
            <p:spPr>
              <a:xfrm>
                <a:off x="1244600" y="6096000"/>
                <a:ext cx="228600" cy="0"/>
              </a:xfrm>
              <a:prstGeom prst="line">
                <a:avLst/>
              </a:prstGeom>
              <a:ln w="25400">
                <a:solidFill>
                  <a:schemeClr val="tx1">
                    <a:lumMod val="75000"/>
                    <a:lumOff val="25000"/>
                  </a:schemeClr>
                </a:solidFill>
                <a:prstDash val="solid"/>
                <a:miter/>
              </a:ln>
            </p:spPr>
          </p:cxnSp>
          <p:cxnSp>
            <p:nvCxnSpPr>
              <p:cNvPr id="245" name="直接连接符 125">
                <a:extLst>
                  <a:ext uri="{FF2B5EF4-FFF2-40B4-BE49-F238E27FC236}">
                    <a16:creationId xmlns:a16="http://schemas.microsoft.com/office/drawing/2014/main" xmlns="" id="{0F79361A-C6EB-1465-B6CC-E64C8FE8BF0A}"/>
                  </a:ext>
                </a:extLst>
              </p:cNvPr>
              <p:cNvCxnSpPr/>
              <p:nvPr/>
            </p:nvCxnSpPr>
            <p:spPr>
              <a:xfrm>
                <a:off x="1244600" y="6159500"/>
                <a:ext cx="228600" cy="0"/>
              </a:xfrm>
              <a:prstGeom prst="line">
                <a:avLst/>
              </a:prstGeom>
              <a:ln w="25400">
                <a:solidFill>
                  <a:schemeClr val="tx1">
                    <a:lumMod val="75000"/>
                    <a:lumOff val="25000"/>
                  </a:schemeClr>
                </a:solidFill>
                <a:prstDash val="solid"/>
                <a:miter/>
              </a:ln>
            </p:spPr>
          </p:cxnSp>
          <p:cxnSp>
            <p:nvCxnSpPr>
              <p:cNvPr id="246" name="直接连接符 126">
                <a:extLst>
                  <a:ext uri="{FF2B5EF4-FFF2-40B4-BE49-F238E27FC236}">
                    <a16:creationId xmlns:a16="http://schemas.microsoft.com/office/drawing/2014/main" xmlns="" id="{F5784701-6D91-41A9-7735-014B0922BBF1}"/>
                  </a:ext>
                </a:extLst>
              </p:cNvPr>
              <p:cNvCxnSpPr/>
              <p:nvPr/>
            </p:nvCxnSpPr>
            <p:spPr>
              <a:xfrm>
                <a:off x="1244600" y="6223000"/>
                <a:ext cx="228600" cy="0"/>
              </a:xfrm>
              <a:prstGeom prst="line">
                <a:avLst/>
              </a:prstGeom>
              <a:ln w="25400">
                <a:solidFill>
                  <a:schemeClr val="tx1">
                    <a:lumMod val="75000"/>
                    <a:lumOff val="25000"/>
                  </a:schemeClr>
                </a:solidFill>
                <a:prstDash val="solid"/>
                <a:miter/>
              </a:ln>
            </p:spPr>
          </p:cxnSp>
        </p:grpSp>
        <p:cxnSp>
          <p:nvCxnSpPr>
            <p:cNvPr id="247" name="直接连接符 121">
              <a:extLst>
                <a:ext uri="{FF2B5EF4-FFF2-40B4-BE49-F238E27FC236}">
                  <a16:creationId xmlns:a16="http://schemas.microsoft.com/office/drawing/2014/main" xmlns="" id="{A7A9FB47-A6C8-B0CD-970F-0DB14F0C61D4}"/>
                </a:ext>
              </a:extLst>
            </p:cNvPr>
            <p:cNvCxnSpPr/>
            <p:nvPr/>
          </p:nvCxnSpPr>
          <p:spPr>
            <a:xfrm flipV="1">
              <a:off x="341085" y="5881688"/>
              <a:ext cx="0" cy="435769"/>
            </a:xfrm>
            <a:prstGeom prst="line">
              <a:avLst/>
            </a:prstGeom>
            <a:ln w="3175">
              <a:solidFill>
                <a:schemeClr val="tx1">
                  <a:lumMod val="75000"/>
                  <a:lumOff val="25000"/>
                </a:schemeClr>
              </a:solidFill>
              <a:prstDash val="solid"/>
              <a:miter/>
            </a:ln>
          </p:spPr>
        </p:cxnSp>
        <p:sp>
          <p:nvSpPr>
            <p:cNvPr id="248" name="文本框 122">
              <a:extLst>
                <a:ext uri="{FF2B5EF4-FFF2-40B4-BE49-F238E27FC236}">
                  <a16:creationId xmlns:a16="http://schemas.microsoft.com/office/drawing/2014/main" xmlns="" id="{66A24F16-4EB4-8CDD-68D0-32AA2B1A8D0B}"/>
                </a:ext>
              </a:extLst>
            </p:cNvPr>
            <p:cNvSpPr txBox="1"/>
            <p:nvPr/>
          </p:nvSpPr>
          <p:spPr>
            <a:xfrm>
              <a:off x="182227" y="6400800"/>
              <a:ext cx="317716" cy="261610"/>
            </a:xfrm>
            <a:prstGeom prst="rect">
              <a:avLst/>
            </a:prstGeom>
            <a:noFill/>
          </p:spPr>
          <p:txBody>
            <a:bodyPr wrap="none"/>
            <a:lstStyle/>
            <a:p>
              <a:pPr marL="0" lvl="0" indent="0" algn="ctr" defTabSz="914400">
                <a:lnSpc>
                  <a:spcPct val="100000"/>
                </a:lnSpc>
                <a:spcBef>
                  <a:spcPts val="0"/>
                </a:spcBef>
                <a:spcAft>
                  <a:spcPts val="0"/>
                </a:spcAft>
                <a:buClrTx/>
                <a:buSzTx/>
                <a:buFontTx/>
                <a:buNone/>
              </a:pPr>
              <a:r>
                <a:rPr lang="en-US" altLang="en-US" sz="1050" b="0" i="0" u="none" strike="noStrike" kern="1200" spc="0" baseline="0" dirty="0">
                  <a:solidFill>
                    <a:srgbClr val="000000"/>
                  </a:solidFill>
                  <a:latin typeface="微软雅黑 Light"/>
                  <a:ea typeface="微软雅黑 Light"/>
                </a:rPr>
                <a:t>11</a:t>
              </a:r>
            </a:p>
            <a:p>
              <a:pPr marL="0" lvl="0" indent="0" algn="ctr" defTabSz="914400">
                <a:lnSpc>
                  <a:spcPct val="100000"/>
                </a:lnSpc>
                <a:spcBef>
                  <a:spcPts val="0"/>
                </a:spcBef>
                <a:spcAft>
                  <a:spcPts val="0"/>
                </a:spcAft>
                <a:buClrTx/>
                <a:buSzTx/>
                <a:buFontTx/>
                <a:buNone/>
              </a:pPr>
              <a:endParaRPr lang="zh-CN" altLang="zh-CN" sz="1050" b="0" i="0" u="none" strike="noStrike" kern="1200" spc="0" baseline="0" dirty="0">
                <a:solidFill>
                  <a:srgbClr val="000000"/>
                </a:solidFill>
                <a:latin typeface="微软雅黑 Light"/>
                <a:ea typeface="微软雅黑 Light"/>
              </a:endParaRPr>
            </a:p>
          </p:txBody>
        </p:sp>
        <p:cxnSp>
          <p:nvCxnSpPr>
            <p:cNvPr id="249" name="直接连接符 123">
              <a:extLst>
                <a:ext uri="{FF2B5EF4-FFF2-40B4-BE49-F238E27FC236}">
                  <a16:creationId xmlns:a16="http://schemas.microsoft.com/office/drawing/2014/main" xmlns="" id="{B8266ADD-880D-017D-A797-D31413200F74}"/>
                </a:ext>
              </a:extLst>
            </p:cNvPr>
            <p:cNvCxnSpPr/>
            <p:nvPr/>
          </p:nvCxnSpPr>
          <p:spPr>
            <a:xfrm flipV="1">
              <a:off x="341085" y="522288"/>
              <a:ext cx="0" cy="435769"/>
            </a:xfrm>
            <a:prstGeom prst="line">
              <a:avLst/>
            </a:prstGeom>
            <a:ln w="3175">
              <a:solidFill>
                <a:schemeClr val="tx1">
                  <a:lumMod val="75000"/>
                  <a:lumOff val="25000"/>
                </a:schemeClr>
              </a:solidFill>
              <a:prstDash val="solid"/>
              <a:miter/>
            </a:ln>
          </p:spPr>
        </p:cxnSp>
      </p:grpSp>
      <p:sp>
        <p:nvSpPr>
          <p:cNvPr id="253" name="文本框 64">
            <a:extLst>
              <a:ext uri="{FF2B5EF4-FFF2-40B4-BE49-F238E27FC236}">
                <a16:creationId xmlns:a16="http://schemas.microsoft.com/office/drawing/2014/main" xmlns="" id="{30FBAE51-40F4-2E9A-BBC8-B9FA70B67ED5}"/>
              </a:ext>
            </a:extLst>
          </p:cNvPr>
          <p:cNvSpPr txBox="1"/>
          <p:nvPr/>
        </p:nvSpPr>
        <p:spPr>
          <a:xfrm>
            <a:off x="7578788" y="3878981"/>
            <a:ext cx="4430985" cy="4265925"/>
          </a:xfrm>
          <a:prstGeom prst="rect">
            <a:avLst/>
          </a:prstGeom>
          <a:noFill/>
          <a:ln>
            <a:noFill/>
          </a:ln>
        </p:spPr>
        <p:txBody>
          <a:bodyPr wrap="square"/>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marL="0" lvl="0" indent="0" algn="r" defTabSz="914400">
              <a:lnSpc>
                <a:spcPct val="100000"/>
              </a:lnSpc>
              <a:spcBef>
                <a:spcPts val="0"/>
              </a:spcBef>
              <a:spcAft>
                <a:spcPts val="0"/>
              </a:spcAft>
              <a:buClrTx/>
              <a:buSzTx/>
              <a:buFontTx/>
              <a:buNone/>
            </a:pPr>
            <a:r>
              <a:rPr lang="en-US" altLang="en-US" sz="19900" b="1" i="0" u="none" strike="noStrike" kern="1200" spc="0" baseline="0" dirty="0">
                <a:gradFill>
                  <a:gsLst>
                    <a:gs pos="29000">
                      <a:srgbClr val="FFFFFF">
                        <a:alpha val="89000"/>
                        <a:lumMod val="65000"/>
                      </a:srgbClr>
                    </a:gs>
                    <a:gs pos="83000">
                      <a:srgbClr val="FFFFFF">
                        <a:alpha val="0"/>
                        <a:lumMod val="90000"/>
                      </a:srgbClr>
                    </a:gs>
                  </a:gsLst>
                  <a:lin ang="5400000" scaled="0"/>
                </a:gradFill>
                <a:latin typeface="Arial"/>
                <a:ea typeface="微软雅黑"/>
              </a:rPr>
              <a:t>0</a:t>
            </a:r>
            <a:r>
              <a:rPr lang="en-US" altLang="en-US" sz="19900" b="1" dirty="0">
                <a:gradFill>
                  <a:gsLst>
                    <a:gs pos="29000">
                      <a:srgbClr val="FFFFFF">
                        <a:alpha val="89000"/>
                        <a:lumMod val="65000"/>
                      </a:srgbClr>
                    </a:gs>
                    <a:gs pos="83000">
                      <a:srgbClr val="FFFFFF">
                        <a:alpha val="0"/>
                        <a:lumMod val="90000"/>
                      </a:srgbClr>
                    </a:gs>
                  </a:gsLst>
                  <a:lin ang="5400000" scaled="0"/>
                </a:gradFill>
              </a:rPr>
              <a:t>3</a:t>
            </a:r>
            <a:endParaRPr lang="zh-CN" altLang="zh-CN" sz="19900" b="1" i="0" u="none" strike="noStrike" kern="1200" spc="0" baseline="0" dirty="0">
              <a:gradFill>
                <a:gsLst>
                  <a:gs pos="29000">
                    <a:srgbClr val="FFFFFF">
                      <a:alpha val="89000"/>
                      <a:lumMod val="65000"/>
                    </a:srgbClr>
                  </a:gs>
                  <a:gs pos="83000">
                    <a:srgbClr val="FFFFFF">
                      <a:alpha val="0"/>
                      <a:lumMod val="90000"/>
                    </a:srgbClr>
                  </a:gs>
                </a:gsLst>
                <a:lin ang="5400000" scaled="0"/>
              </a:gradFill>
              <a:latin typeface="Arial"/>
              <a:ea typeface="微软雅黑"/>
            </a:endParaRPr>
          </a:p>
        </p:txBody>
      </p:sp>
      <p:sp>
        <p:nvSpPr>
          <p:cNvPr id="5" name="文本框 4">
            <a:extLst>
              <a:ext uri="{FF2B5EF4-FFF2-40B4-BE49-F238E27FC236}">
                <a16:creationId xmlns:a16="http://schemas.microsoft.com/office/drawing/2014/main" xmlns="" id="{76E57192-76EE-90E3-C804-582FD072F62F}"/>
              </a:ext>
            </a:extLst>
          </p:cNvPr>
          <p:cNvSpPr txBox="1"/>
          <p:nvPr/>
        </p:nvSpPr>
        <p:spPr>
          <a:xfrm>
            <a:off x="9087775" y="1413833"/>
            <a:ext cx="3315256" cy="525657"/>
          </a:xfrm>
          <a:prstGeom prst="rect">
            <a:avLst/>
          </a:prstGeom>
          <a:noFill/>
        </p:spPr>
        <p:txBody>
          <a:bodyPr wrap="square">
            <a:spAutoFit/>
          </a:bodyPr>
          <a:lstStyle/>
          <a:p>
            <a:r>
              <a:rPr lang="zh-CN" altLang="en-US" sz="2400" b="1" dirty="0"/>
              <a:t>自动解析</a:t>
            </a:r>
            <a:r>
              <a:rPr lang="en-US" altLang="zh-CN" sz="2400" b="1" dirty="0"/>
              <a:t>URL</a:t>
            </a:r>
            <a:r>
              <a:rPr lang="zh-CN" altLang="en-US" sz="2400" b="1" dirty="0"/>
              <a:t>展示</a:t>
            </a:r>
            <a:endParaRPr lang="en-US" altLang="zh-CN" sz="2400" b="1" dirty="0"/>
          </a:p>
        </p:txBody>
      </p:sp>
      <p:pic>
        <p:nvPicPr>
          <p:cNvPr id="4" name="图片 3" descr="图形用户界面, 文本, 应用程序&#10;&#10;AI 生成的内容可能不正确。">
            <a:extLst>
              <a:ext uri="{FF2B5EF4-FFF2-40B4-BE49-F238E27FC236}">
                <a16:creationId xmlns:a16="http://schemas.microsoft.com/office/drawing/2014/main" xmlns="" id="{3CCECED3-5E0A-CC4D-09D8-0351987F38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728" y="0"/>
            <a:ext cx="8027581" cy="6858000"/>
          </a:xfrm>
          <a:prstGeom prst="rect">
            <a:avLst/>
          </a:prstGeom>
        </p:spPr>
      </p:pic>
    </p:spTree>
    <p:extLst>
      <p:ext uri="{BB962C8B-B14F-4D97-AF65-F5344CB8AC3E}">
        <p14:creationId xmlns:p14="http://schemas.microsoft.com/office/powerpoint/2010/main" val="3934620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0677321-1F9C-AA44-6AF5-12BFD6A7F6E4}"/>
            </a:ext>
          </a:extLst>
        </p:cNvPr>
        <p:cNvGrpSpPr/>
        <p:nvPr/>
      </p:nvGrpSpPr>
      <p:grpSpPr>
        <a:xfrm>
          <a:off x="0" y="0"/>
          <a:ext cx="0" cy="0"/>
          <a:chOff x="0" y="0"/>
          <a:chExt cx="0" cy="0"/>
        </a:xfrm>
      </p:grpSpPr>
      <p:grpSp>
        <p:nvGrpSpPr>
          <p:cNvPr id="72" name="组合 8">
            <a:extLst>
              <a:ext uri="{FF2B5EF4-FFF2-40B4-BE49-F238E27FC236}">
                <a16:creationId xmlns:a16="http://schemas.microsoft.com/office/drawing/2014/main" xmlns="" id="{14A95710-DDC6-C801-B33B-07D9F0EDB12A}"/>
              </a:ext>
            </a:extLst>
          </p:cNvPr>
          <p:cNvGrpSpPr/>
          <p:nvPr/>
        </p:nvGrpSpPr>
        <p:grpSpPr>
          <a:xfrm>
            <a:off x="0" y="0"/>
            <a:ext cx="682171" cy="6858000"/>
            <a:chOff x="0" y="0"/>
            <a:chExt cx="682171" cy="6858000"/>
          </a:xfrm>
        </p:grpSpPr>
        <p:sp>
          <p:nvSpPr>
            <p:cNvPr id="73" name="矩形 9">
              <a:extLst>
                <a:ext uri="{FF2B5EF4-FFF2-40B4-BE49-F238E27FC236}">
                  <a16:creationId xmlns:a16="http://schemas.microsoft.com/office/drawing/2014/main" xmlns="" id="{F3361907-1433-0927-E8E5-DF0D440C0890}"/>
                </a:ext>
              </a:extLst>
            </p:cNvPr>
            <p:cNvSpPr/>
            <p:nvPr/>
          </p:nvSpPr>
          <p:spPr>
            <a:xfrm>
              <a:off x="0" y="0"/>
              <a:ext cx="682171" cy="6858000"/>
            </a:xfrm>
            <a:prstGeom prst="rect">
              <a:avLst/>
            </a:prstGeom>
            <a:solidFill>
              <a:schemeClr val="bg1"/>
            </a:solidFill>
            <a:ln>
              <a:noFill/>
            </a:ln>
          </p:spPr>
          <p:txBody>
            <a:bodyPr anchor="ctr"/>
            <a:lstStyle/>
            <a:p>
              <a:pPr algn="ctr"/>
              <a:endParaRPr lang="zh-CN" altLang="zh-CN" sz="2000">
                <a:solidFill>
                  <a:schemeClr val="lt1"/>
                </a:solidFill>
              </a:endParaRPr>
            </a:p>
          </p:txBody>
        </p:sp>
        <p:grpSp>
          <p:nvGrpSpPr>
            <p:cNvPr id="74" name="组合 10">
              <a:extLst>
                <a:ext uri="{FF2B5EF4-FFF2-40B4-BE49-F238E27FC236}">
                  <a16:creationId xmlns:a16="http://schemas.microsoft.com/office/drawing/2014/main" xmlns="" id="{A4D42E79-2EC3-FFB8-FFDB-1921062F8BF0}"/>
                </a:ext>
              </a:extLst>
            </p:cNvPr>
            <p:cNvGrpSpPr/>
            <p:nvPr/>
          </p:nvGrpSpPr>
          <p:grpSpPr>
            <a:xfrm>
              <a:off x="226785" y="263525"/>
              <a:ext cx="228600" cy="127000"/>
              <a:chOff x="1244600" y="6096000"/>
              <a:chExt cx="228600" cy="127000"/>
            </a:xfrm>
          </p:grpSpPr>
          <p:cxnSp>
            <p:nvCxnSpPr>
              <p:cNvPr id="75" name="直接连接符 14">
                <a:extLst>
                  <a:ext uri="{FF2B5EF4-FFF2-40B4-BE49-F238E27FC236}">
                    <a16:creationId xmlns:a16="http://schemas.microsoft.com/office/drawing/2014/main" xmlns="" id="{30DEEFF7-E32A-6DA6-AB55-8074D2298D09}"/>
                  </a:ext>
                </a:extLst>
              </p:cNvPr>
              <p:cNvCxnSpPr/>
              <p:nvPr/>
            </p:nvCxnSpPr>
            <p:spPr>
              <a:xfrm>
                <a:off x="1244600" y="6096000"/>
                <a:ext cx="228600" cy="0"/>
              </a:xfrm>
              <a:prstGeom prst="line">
                <a:avLst/>
              </a:prstGeom>
              <a:ln w="25400">
                <a:solidFill>
                  <a:schemeClr val="tx1">
                    <a:lumMod val="75000"/>
                    <a:lumOff val="25000"/>
                  </a:schemeClr>
                </a:solidFill>
                <a:prstDash val="solid"/>
                <a:miter/>
              </a:ln>
            </p:spPr>
          </p:cxnSp>
          <p:cxnSp>
            <p:nvCxnSpPr>
              <p:cNvPr id="76" name="直接连接符 15">
                <a:extLst>
                  <a:ext uri="{FF2B5EF4-FFF2-40B4-BE49-F238E27FC236}">
                    <a16:creationId xmlns:a16="http://schemas.microsoft.com/office/drawing/2014/main" xmlns="" id="{99F3BF7F-2F82-FCDB-AA34-C5A63201936B}"/>
                  </a:ext>
                </a:extLst>
              </p:cNvPr>
              <p:cNvCxnSpPr/>
              <p:nvPr/>
            </p:nvCxnSpPr>
            <p:spPr>
              <a:xfrm>
                <a:off x="1244600" y="6159500"/>
                <a:ext cx="228600" cy="0"/>
              </a:xfrm>
              <a:prstGeom prst="line">
                <a:avLst/>
              </a:prstGeom>
              <a:ln w="25400">
                <a:solidFill>
                  <a:schemeClr val="tx1">
                    <a:lumMod val="75000"/>
                    <a:lumOff val="25000"/>
                  </a:schemeClr>
                </a:solidFill>
                <a:prstDash val="solid"/>
                <a:miter/>
              </a:ln>
            </p:spPr>
          </p:cxnSp>
          <p:cxnSp>
            <p:nvCxnSpPr>
              <p:cNvPr id="77" name="直接连接符 16">
                <a:extLst>
                  <a:ext uri="{FF2B5EF4-FFF2-40B4-BE49-F238E27FC236}">
                    <a16:creationId xmlns:a16="http://schemas.microsoft.com/office/drawing/2014/main" xmlns="" id="{7020480D-2652-7B7B-D81E-643164E1E838}"/>
                  </a:ext>
                </a:extLst>
              </p:cNvPr>
              <p:cNvCxnSpPr/>
              <p:nvPr/>
            </p:nvCxnSpPr>
            <p:spPr>
              <a:xfrm>
                <a:off x="1244600" y="6223000"/>
                <a:ext cx="228600" cy="0"/>
              </a:xfrm>
              <a:prstGeom prst="line">
                <a:avLst/>
              </a:prstGeom>
              <a:ln w="25400">
                <a:solidFill>
                  <a:schemeClr val="tx1">
                    <a:lumMod val="75000"/>
                    <a:lumOff val="25000"/>
                  </a:schemeClr>
                </a:solidFill>
                <a:prstDash val="solid"/>
                <a:miter/>
              </a:ln>
            </p:spPr>
          </p:cxnSp>
        </p:grpSp>
        <p:cxnSp>
          <p:nvCxnSpPr>
            <p:cNvPr id="78" name="直接连接符 11">
              <a:extLst>
                <a:ext uri="{FF2B5EF4-FFF2-40B4-BE49-F238E27FC236}">
                  <a16:creationId xmlns:a16="http://schemas.microsoft.com/office/drawing/2014/main" xmlns="" id="{FE82716F-CA03-2909-C18A-F19B999716FA}"/>
                </a:ext>
              </a:extLst>
            </p:cNvPr>
            <p:cNvCxnSpPr/>
            <p:nvPr/>
          </p:nvCxnSpPr>
          <p:spPr>
            <a:xfrm flipV="1">
              <a:off x="341085" y="5881688"/>
              <a:ext cx="0" cy="435769"/>
            </a:xfrm>
            <a:prstGeom prst="line">
              <a:avLst/>
            </a:prstGeom>
            <a:ln w="3175">
              <a:solidFill>
                <a:schemeClr val="tx1">
                  <a:lumMod val="75000"/>
                  <a:lumOff val="25000"/>
                </a:schemeClr>
              </a:solidFill>
              <a:prstDash val="solid"/>
              <a:miter/>
            </a:ln>
          </p:spPr>
        </p:cxnSp>
        <p:sp>
          <p:nvSpPr>
            <p:cNvPr id="79" name="文本框 12">
              <a:extLst>
                <a:ext uri="{FF2B5EF4-FFF2-40B4-BE49-F238E27FC236}">
                  <a16:creationId xmlns:a16="http://schemas.microsoft.com/office/drawing/2014/main" xmlns="" id="{BB7F04AA-C868-6065-A59F-D87EBCC1D3EF}"/>
                </a:ext>
              </a:extLst>
            </p:cNvPr>
            <p:cNvSpPr txBox="1"/>
            <p:nvPr/>
          </p:nvSpPr>
          <p:spPr>
            <a:xfrm>
              <a:off x="182227" y="6400800"/>
              <a:ext cx="317716" cy="261610"/>
            </a:xfrm>
            <a:prstGeom prst="rect">
              <a:avLst/>
            </a:prstGeom>
            <a:noFill/>
          </p:spPr>
          <p:txBody>
            <a:bodyPr wrap="none"/>
            <a:lstStyle/>
            <a:p>
              <a:pPr algn="ctr"/>
              <a:r>
                <a:rPr lang="en-US" altLang="en-US" sz="2000" dirty="0">
                  <a:latin typeface="微软雅黑 Light"/>
                  <a:ea typeface="微软雅黑 Light"/>
                </a:rPr>
                <a:t>12</a:t>
              </a:r>
              <a:endParaRPr lang="zh-CN" altLang="zh-CN" sz="2000" dirty="0">
                <a:latin typeface="微软雅黑 Light"/>
                <a:ea typeface="微软雅黑 Light"/>
              </a:endParaRPr>
            </a:p>
          </p:txBody>
        </p:sp>
        <p:cxnSp>
          <p:nvCxnSpPr>
            <p:cNvPr id="80" name="直接连接符 13">
              <a:extLst>
                <a:ext uri="{FF2B5EF4-FFF2-40B4-BE49-F238E27FC236}">
                  <a16:creationId xmlns:a16="http://schemas.microsoft.com/office/drawing/2014/main" xmlns="" id="{A90B5974-9676-F3DF-A3CC-205028ED9A77}"/>
                </a:ext>
              </a:extLst>
            </p:cNvPr>
            <p:cNvCxnSpPr/>
            <p:nvPr/>
          </p:nvCxnSpPr>
          <p:spPr>
            <a:xfrm flipV="1">
              <a:off x="341085" y="522288"/>
              <a:ext cx="0" cy="435769"/>
            </a:xfrm>
            <a:prstGeom prst="line">
              <a:avLst/>
            </a:prstGeom>
            <a:ln w="3175">
              <a:solidFill>
                <a:schemeClr val="tx1">
                  <a:lumMod val="75000"/>
                  <a:lumOff val="25000"/>
                </a:schemeClr>
              </a:solidFill>
              <a:prstDash val="solid"/>
              <a:miter/>
            </a:ln>
          </p:spPr>
        </p:cxnSp>
      </p:grpSp>
      <p:sp>
        <p:nvSpPr>
          <p:cNvPr id="81" name="矩形 53">
            <a:extLst>
              <a:ext uri="{FF2B5EF4-FFF2-40B4-BE49-F238E27FC236}">
                <a16:creationId xmlns:a16="http://schemas.microsoft.com/office/drawing/2014/main" xmlns="" id="{8437E24B-6E45-1056-BB5E-710841ADC7BC}"/>
              </a:ext>
            </a:extLst>
          </p:cNvPr>
          <p:cNvSpPr/>
          <p:nvPr/>
        </p:nvSpPr>
        <p:spPr>
          <a:xfrm>
            <a:off x="12115800" y="0"/>
            <a:ext cx="76200" cy="6858000"/>
          </a:xfrm>
          <a:prstGeom prst="rect">
            <a:avLst/>
          </a:prstGeom>
          <a:solidFill>
            <a:schemeClr val="accent1"/>
          </a:solidFill>
          <a:ln>
            <a:noFill/>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ctr"/>
            <a:endParaRPr lang="zh-CN" altLang="zh-CN" sz="2000">
              <a:solidFill>
                <a:schemeClr val="lt1"/>
              </a:solidFill>
            </a:endParaRPr>
          </a:p>
        </p:txBody>
      </p:sp>
      <p:grpSp>
        <p:nvGrpSpPr>
          <p:cNvPr id="82" name="组合 1">
            <a:extLst>
              <a:ext uri="{FF2B5EF4-FFF2-40B4-BE49-F238E27FC236}">
                <a16:creationId xmlns:a16="http://schemas.microsoft.com/office/drawing/2014/main" xmlns="" id="{18040BBD-D482-F138-3A57-721B152D416D}"/>
              </a:ext>
            </a:extLst>
          </p:cNvPr>
          <p:cNvGrpSpPr/>
          <p:nvPr/>
        </p:nvGrpSpPr>
        <p:grpSpPr>
          <a:xfrm>
            <a:off x="1260909" y="712269"/>
            <a:ext cx="10067037" cy="5079724"/>
            <a:chOff x="1470025" y="2314559"/>
            <a:chExt cx="9234487" cy="3477434"/>
          </a:xfrm>
        </p:grpSpPr>
        <p:grpSp>
          <p:nvGrpSpPr>
            <p:cNvPr id="83" name="组合 4">
              <a:extLst>
                <a:ext uri="{FF2B5EF4-FFF2-40B4-BE49-F238E27FC236}">
                  <a16:creationId xmlns:a16="http://schemas.microsoft.com/office/drawing/2014/main" xmlns="" id="{26F6B6B6-600D-108F-F823-E0FAEE880903}"/>
                </a:ext>
              </a:extLst>
            </p:cNvPr>
            <p:cNvGrpSpPr/>
            <p:nvPr/>
          </p:nvGrpSpPr>
          <p:grpSpPr>
            <a:xfrm>
              <a:off x="1470025" y="2314559"/>
              <a:ext cx="4296620" cy="3477434"/>
              <a:chOff x="-4716905" y="4360895"/>
              <a:chExt cx="3770605" cy="2497105"/>
            </a:xfrm>
          </p:grpSpPr>
          <p:grpSp>
            <p:nvGrpSpPr>
              <p:cNvPr id="84" name="组合 3">
                <a:extLst>
                  <a:ext uri="{FF2B5EF4-FFF2-40B4-BE49-F238E27FC236}">
                    <a16:creationId xmlns:a16="http://schemas.microsoft.com/office/drawing/2014/main" xmlns="" id="{F009FD2F-3913-032F-746A-F7BC02DA4289}"/>
                  </a:ext>
                </a:extLst>
              </p:cNvPr>
              <p:cNvGrpSpPr/>
              <p:nvPr/>
            </p:nvGrpSpPr>
            <p:grpSpPr>
              <a:xfrm>
                <a:off x="-4716905" y="4360895"/>
                <a:ext cx="3405484" cy="2497105"/>
                <a:chOff x="-5502218" y="4360895"/>
                <a:chExt cx="3405483" cy="2497105"/>
              </a:xfrm>
            </p:grpSpPr>
            <p:sp>
              <p:nvSpPr>
                <p:cNvPr id="85" name="任意多边形: 形状 38">
                  <a:extLst>
                    <a:ext uri="{FF2B5EF4-FFF2-40B4-BE49-F238E27FC236}">
                      <a16:creationId xmlns:a16="http://schemas.microsoft.com/office/drawing/2014/main" xmlns="" id="{7F76A65C-DD55-BFCF-73C3-939D6071B00A}"/>
                    </a:ext>
                  </a:extLst>
                </p:cNvPr>
                <p:cNvSpPr/>
                <p:nvPr/>
              </p:nvSpPr>
              <p:spPr>
                <a:xfrm rot="5400000">
                  <a:off x="-5048028" y="3906706"/>
                  <a:ext cx="2497104" cy="3405483"/>
                </a:xfrm>
                <a:custGeom>
                  <a:avLst/>
                  <a:gdLst/>
                  <a:ahLst/>
                  <a:cxnLst/>
                  <a:rect l="l" t="t" r="r" b="b"/>
                  <a:pathLst>
                    <a:path w="2497104" h="3405483">
                      <a:moveTo>
                        <a:pt x="0" y="3405483"/>
                      </a:moveTo>
                      <a:lnTo>
                        <a:pt x="0" y="1609453"/>
                      </a:lnTo>
                      <a:lnTo>
                        <a:pt x="0" y="1609452"/>
                      </a:lnTo>
                      <a:lnTo>
                        <a:pt x="0" y="1362759"/>
                      </a:lnTo>
                      <a:lnTo>
                        <a:pt x="795800" y="494165"/>
                      </a:lnTo>
                      <a:lnTo>
                        <a:pt x="795800" y="494165"/>
                      </a:lnTo>
                      <a:lnTo>
                        <a:pt x="1248552" y="0"/>
                      </a:lnTo>
                      <a:lnTo>
                        <a:pt x="1701302" y="494165"/>
                      </a:lnTo>
                      <a:lnTo>
                        <a:pt x="1701303" y="494165"/>
                      </a:lnTo>
                      <a:lnTo>
                        <a:pt x="2497104" y="1362759"/>
                      </a:lnTo>
                      <a:lnTo>
                        <a:pt x="2497104" y="1609452"/>
                      </a:lnTo>
                      <a:lnTo>
                        <a:pt x="2497104" y="1609453"/>
                      </a:lnTo>
                      <a:lnTo>
                        <a:pt x="2497104" y="3405483"/>
                      </a:lnTo>
                      <a:close/>
                    </a:path>
                  </a:pathLst>
                </a:custGeom>
                <a:solidFill>
                  <a:schemeClr val="bg1"/>
                </a:solidFill>
                <a:ln>
                  <a:noFill/>
                </a:ln>
              </p:spPr>
              <p:txBody>
                <a:bodyPr anchor="ctr"/>
                <a:lstStyle/>
                <a:p>
                  <a:pPr algn="ctr"/>
                  <a:endParaRPr lang="zh-CN" altLang="zh-CN" sz="2000">
                    <a:solidFill>
                      <a:schemeClr val="lt1"/>
                    </a:solidFill>
                  </a:endParaRPr>
                </a:p>
              </p:txBody>
            </p:sp>
            <p:sp>
              <p:nvSpPr>
                <p:cNvPr id="86" name="任意多边形: 形状 47">
                  <a:extLst>
                    <a:ext uri="{FF2B5EF4-FFF2-40B4-BE49-F238E27FC236}">
                      <a16:creationId xmlns:a16="http://schemas.microsoft.com/office/drawing/2014/main" xmlns="" id="{CC06E27E-BA4B-D47E-3F5F-86EBA8AC9C64}"/>
                    </a:ext>
                  </a:extLst>
                </p:cNvPr>
                <p:cNvSpPr/>
                <p:nvPr/>
              </p:nvSpPr>
              <p:spPr>
                <a:xfrm rot="5400000">
                  <a:off x="-6719594" y="5578271"/>
                  <a:ext cx="2497105" cy="62354"/>
                </a:xfrm>
                <a:custGeom>
                  <a:avLst/>
                  <a:gdLst/>
                  <a:ahLst/>
                  <a:cxnLst/>
                  <a:rect l="l" t="t" r="r" b="b"/>
                  <a:pathLst>
                    <a:path w="2497105" h="62354">
                      <a:moveTo>
                        <a:pt x="0" y="62354"/>
                      </a:moveTo>
                      <a:lnTo>
                        <a:pt x="0" y="0"/>
                      </a:lnTo>
                      <a:lnTo>
                        <a:pt x="2497105" y="0"/>
                      </a:lnTo>
                      <a:lnTo>
                        <a:pt x="2497105" y="62354"/>
                      </a:lnTo>
                      <a:lnTo>
                        <a:pt x="0" y="62354"/>
                      </a:lnTo>
                      <a:close/>
                    </a:path>
                  </a:pathLst>
                </a:custGeom>
                <a:solidFill>
                  <a:schemeClr val="tx1">
                    <a:lumMod val="85000"/>
                    <a:lumOff val="15000"/>
                  </a:schemeClr>
                </a:solidFill>
                <a:ln>
                  <a:noFill/>
                </a:ln>
              </p:spPr>
              <p:txBody>
                <a:bodyPr wrap="square" anchor="ctr"/>
                <a:lstStyle/>
                <a:p>
                  <a:pPr algn="ctr"/>
                  <a:endParaRPr lang="zh-CN" altLang="zh-CN" sz="2000">
                    <a:solidFill>
                      <a:schemeClr val="lt1"/>
                    </a:solidFill>
                  </a:endParaRPr>
                </a:p>
              </p:txBody>
            </p:sp>
          </p:grpSp>
          <p:sp>
            <p:nvSpPr>
              <p:cNvPr id="87" name="任意多边形: 形状 45">
                <a:extLst>
                  <a:ext uri="{FF2B5EF4-FFF2-40B4-BE49-F238E27FC236}">
                    <a16:creationId xmlns:a16="http://schemas.microsoft.com/office/drawing/2014/main" xmlns="" id="{867534A7-85D6-5DF4-3457-6D7CFA8BFF29}"/>
                  </a:ext>
                </a:extLst>
              </p:cNvPr>
              <p:cNvSpPr/>
              <p:nvPr/>
            </p:nvSpPr>
            <p:spPr>
              <a:xfrm rot="5400000">
                <a:off x="-2970610" y="4833690"/>
                <a:ext cx="2497104" cy="1551516"/>
              </a:xfrm>
              <a:custGeom>
                <a:avLst/>
                <a:gdLst/>
                <a:ahLst/>
                <a:cxnLst/>
                <a:rect l="l" t="t" r="r" b="b"/>
                <a:pathLst>
                  <a:path w="2497104" h="1551516">
                    <a:moveTo>
                      <a:pt x="0" y="1551514"/>
                    </a:moveTo>
                    <a:lnTo>
                      <a:pt x="0" y="1362758"/>
                    </a:lnTo>
                    <a:lnTo>
                      <a:pt x="795800" y="494166"/>
                    </a:lnTo>
                    <a:lnTo>
                      <a:pt x="1248551" y="0"/>
                    </a:lnTo>
                    <a:lnTo>
                      <a:pt x="1701302" y="494166"/>
                    </a:lnTo>
                    <a:lnTo>
                      <a:pt x="1701303" y="494166"/>
                    </a:lnTo>
                    <a:lnTo>
                      <a:pt x="2497104" y="1362760"/>
                    </a:lnTo>
                    <a:lnTo>
                      <a:pt x="2497104" y="1551516"/>
                    </a:lnTo>
                    <a:lnTo>
                      <a:pt x="1701303" y="682922"/>
                    </a:lnTo>
                    <a:lnTo>
                      <a:pt x="1701302" y="682922"/>
                    </a:lnTo>
                    <a:lnTo>
                      <a:pt x="1248551" y="188757"/>
                    </a:lnTo>
                    <a:lnTo>
                      <a:pt x="795800" y="682922"/>
                    </a:lnTo>
                    <a:lnTo>
                      <a:pt x="0" y="1551514"/>
                    </a:lnTo>
                    <a:close/>
                  </a:path>
                </a:pathLst>
              </a:custGeom>
              <a:solidFill>
                <a:schemeClr val="bg1"/>
              </a:solidFill>
              <a:ln>
                <a:noFill/>
              </a:ln>
            </p:spPr>
            <p:txBody>
              <a:bodyPr anchor="ctr"/>
              <a:lstStyle/>
              <a:p>
                <a:pPr algn="ctr"/>
                <a:endParaRPr lang="zh-CN" altLang="zh-CN" sz="2000">
                  <a:solidFill>
                    <a:schemeClr val="lt1"/>
                  </a:solidFill>
                </a:endParaRPr>
              </a:p>
            </p:txBody>
          </p:sp>
        </p:grpSp>
        <p:grpSp>
          <p:nvGrpSpPr>
            <p:cNvPr id="88" name="组合 48">
              <a:extLst>
                <a:ext uri="{FF2B5EF4-FFF2-40B4-BE49-F238E27FC236}">
                  <a16:creationId xmlns:a16="http://schemas.microsoft.com/office/drawing/2014/main" xmlns="" id="{E7937A7B-6BF5-4627-424A-71DB69037D89}"/>
                </a:ext>
              </a:extLst>
            </p:cNvPr>
            <p:cNvGrpSpPr/>
            <p:nvPr/>
          </p:nvGrpSpPr>
          <p:grpSpPr>
            <a:xfrm flipH="1">
              <a:off x="6407892" y="2314559"/>
              <a:ext cx="4296620" cy="3477434"/>
              <a:chOff x="-4716904" y="4360895"/>
              <a:chExt cx="3770604" cy="2497105"/>
            </a:xfrm>
          </p:grpSpPr>
          <p:grpSp>
            <p:nvGrpSpPr>
              <p:cNvPr id="89" name="组合 49">
                <a:extLst>
                  <a:ext uri="{FF2B5EF4-FFF2-40B4-BE49-F238E27FC236}">
                    <a16:creationId xmlns:a16="http://schemas.microsoft.com/office/drawing/2014/main" xmlns="" id="{3DDE7D84-CF2E-22D4-2DEE-9873DFDDBE27}"/>
                  </a:ext>
                </a:extLst>
              </p:cNvPr>
              <p:cNvGrpSpPr/>
              <p:nvPr/>
            </p:nvGrpSpPr>
            <p:grpSpPr>
              <a:xfrm>
                <a:off x="-4716904" y="4360895"/>
                <a:ext cx="3405483" cy="2497105"/>
                <a:chOff x="-5502218" y="4360895"/>
                <a:chExt cx="3405483" cy="2497105"/>
              </a:xfrm>
            </p:grpSpPr>
            <p:sp>
              <p:nvSpPr>
                <p:cNvPr id="90" name="任意多边形: 形状 51">
                  <a:extLst>
                    <a:ext uri="{FF2B5EF4-FFF2-40B4-BE49-F238E27FC236}">
                      <a16:creationId xmlns:a16="http://schemas.microsoft.com/office/drawing/2014/main" xmlns="" id="{F8D13E6C-98E6-B48C-9A81-6911C83990CE}"/>
                    </a:ext>
                  </a:extLst>
                </p:cNvPr>
                <p:cNvSpPr/>
                <p:nvPr/>
              </p:nvSpPr>
              <p:spPr>
                <a:xfrm rot="5400000">
                  <a:off x="-5048028" y="3906706"/>
                  <a:ext cx="2497104" cy="3405483"/>
                </a:xfrm>
                <a:custGeom>
                  <a:avLst/>
                  <a:gdLst/>
                  <a:ahLst/>
                  <a:cxnLst/>
                  <a:rect l="l" t="t" r="r" b="b"/>
                  <a:pathLst>
                    <a:path w="2497104" h="3405483">
                      <a:moveTo>
                        <a:pt x="0" y="3405483"/>
                      </a:moveTo>
                      <a:lnTo>
                        <a:pt x="0" y="1609453"/>
                      </a:lnTo>
                      <a:lnTo>
                        <a:pt x="0" y="1609452"/>
                      </a:lnTo>
                      <a:lnTo>
                        <a:pt x="0" y="1362759"/>
                      </a:lnTo>
                      <a:lnTo>
                        <a:pt x="795800" y="494165"/>
                      </a:lnTo>
                      <a:lnTo>
                        <a:pt x="795800" y="494165"/>
                      </a:lnTo>
                      <a:lnTo>
                        <a:pt x="1248552" y="0"/>
                      </a:lnTo>
                      <a:lnTo>
                        <a:pt x="1701302" y="494165"/>
                      </a:lnTo>
                      <a:lnTo>
                        <a:pt x="1701303" y="494165"/>
                      </a:lnTo>
                      <a:lnTo>
                        <a:pt x="2497104" y="1362759"/>
                      </a:lnTo>
                      <a:lnTo>
                        <a:pt x="2497104" y="1609452"/>
                      </a:lnTo>
                      <a:lnTo>
                        <a:pt x="2497104" y="1609453"/>
                      </a:lnTo>
                      <a:lnTo>
                        <a:pt x="2497104" y="3405483"/>
                      </a:lnTo>
                      <a:close/>
                    </a:path>
                  </a:pathLst>
                </a:custGeom>
                <a:solidFill>
                  <a:schemeClr val="bg1"/>
                </a:solidFill>
                <a:ln>
                  <a:noFill/>
                </a:ln>
              </p:spPr>
              <p:txBody>
                <a:bodyPr anchor="ctr"/>
                <a:lstStyle/>
                <a:p>
                  <a:pPr algn="ctr"/>
                  <a:endParaRPr lang="zh-CN" altLang="zh-CN" sz="2000">
                    <a:solidFill>
                      <a:schemeClr val="lt1"/>
                    </a:solidFill>
                  </a:endParaRPr>
                </a:p>
              </p:txBody>
            </p:sp>
            <p:sp>
              <p:nvSpPr>
                <p:cNvPr id="91" name="任意多边形: 形状 52">
                  <a:extLst>
                    <a:ext uri="{FF2B5EF4-FFF2-40B4-BE49-F238E27FC236}">
                      <a16:creationId xmlns:a16="http://schemas.microsoft.com/office/drawing/2014/main" xmlns="" id="{2F8E3B35-C7E0-56A8-756F-6DD9534828C1}"/>
                    </a:ext>
                  </a:extLst>
                </p:cNvPr>
                <p:cNvSpPr/>
                <p:nvPr/>
              </p:nvSpPr>
              <p:spPr>
                <a:xfrm rot="5400000">
                  <a:off x="-6719594" y="5578271"/>
                  <a:ext cx="2497105" cy="62354"/>
                </a:xfrm>
                <a:custGeom>
                  <a:avLst/>
                  <a:gdLst/>
                  <a:ahLst/>
                  <a:cxnLst/>
                  <a:rect l="l" t="t" r="r" b="b"/>
                  <a:pathLst>
                    <a:path w="2497105" h="62354">
                      <a:moveTo>
                        <a:pt x="0" y="62354"/>
                      </a:moveTo>
                      <a:lnTo>
                        <a:pt x="0" y="0"/>
                      </a:lnTo>
                      <a:lnTo>
                        <a:pt x="2497105" y="0"/>
                      </a:lnTo>
                      <a:lnTo>
                        <a:pt x="2497105" y="62354"/>
                      </a:lnTo>
                      <a:lnTo>
                        <a:pt x="0" y="62354"/>
                      </a:lnTo>
                      <a:close/>
                    </a:path>
                  </a:pathLst>
                </a:custGeom>
                <a:solidFill>
                  <a:schemeClr val="tx1">
                    <a:lumMod val="85000"/>
                    <a:lumOff val="15000"/>
                  </a:schemeClr>
                </a:solidFill>
                <a:ln>
                  <a:noFill/>
                </a:ln>
              </p:spPr>
              <p:txBody>
                <a:bodyPr wrap="square" anchor="ctr"/>
                <a:lstStyle/>
                <a:p>
                  <a:pPr algn="ctr"/>
                  <a:endParaRPr lang="zh-CN" altLang="zh-CN" sz="2000">
                    <a:solidFill>
                      <a:schemeClr val="lt1"/>
                    </a:solidFill>
                  </a:endParaRPr>
                </a:p>
              </p:txBody>
            </p:sp>
          </p:grpSp>
          <p:sp>
            <p:nvSpPr>
              <p:cNvPr id="92" name="任意多边形: 形状 50">
                <a:extLst>
                  <a:ext uri="{FF2B5EF4-FFF2-40B4-BE49-F238E27FC236}">
                    <a16:creationId xmlns:a16="http://schemas.microsoft.com/office/drawing/2014/main" xmlns="" id="{6668106A-B12B-BCE1-2921-C557E54D7151}"/>
                  </a:ext>
                </a:extLst>
              </p:cNvPr>
              <p:cNvSpPr/>
              <p:nvPr/>
            </p:nvSpPr>
            <p:spPr>
              <a:xfrm rot="5400000">
                <a:off x="-2970610" y="4833690"/>
                <a:ext cx="2497104" cy="1551516"/>
              </a:xfrm>
              <a:custGeom>
                <a:avLst/>
                <a:gdLst/>
                <a:ahLst/>
                <a:cxnLst/>
                <a:rect l="l" t="t" r="r" b="b"/>
                <a:pathLst>
                  <a:path w="2497104" h="1551516">
                    <a:moveTo>
                      <a:pt x="0" y="1551514"/>
                    </a:moveTo>
                    <a:lnTo>
                      <a:pt x="0" y="1362758"/>
                    </a:lnTo>
                    <a:lnTo>
                      <a:pt x="795800" y="494166"/>
                    </a:lnTo>
                    <a:lnTo>
                      <a:pt x="1248551" y="0"/>
                    </a:lnTo>
                    <a:lnTo>
                      <a:pt x="1701302" y="494166"/>
                    </a:lnTo>
                    <a:lnTo>
                      <a:pt x="1701303" y="494166"/>
                    </a:lnTo>
                    <a:lnTo>
                      <a:pt x="2497104" y="1362760"/>
                    </a:lnTo>
                    <a:lnTo>
                      <a:pt x="2497104" y="1551516"/>
                    </a:lnTo>
                    <a:lnTo>
                      <a:pt x="1701303" y="682922"/>
                    </a:lnTo>
                    <a:lnTo>
                      <a:pt x="1701302" y="682922"/>
                    </a:lnTo>
                    <a:lnTo>
                      <a:pt x="1248551" y="188757"/>
                    </a:lnTo>
                    <a:lnTo>
                      <a:pt x="795800" y="682922"/>
                    </a:lnTo>
                    <a:lnTo>
                      <a:pt x="0" y="1551514"/>
                    </a:lnTo>
                    <a:close/>
                  </a:path>
                </a:pathLst>
              </a:custGeom>
              <a:solidFill>
                <a:schemeClr val="bg1"/>
              </a:solidFill>
              <a:ln>
                <a:noFill/>
              </a:ln>
            </p:spPr>
            <p:txBody>
              <a:bodyPr anchor="ctr"/>
              <a:lstStyle/>
              <a:p>
                <a:pPr algn="ctr"/>
                <a:endParaRPr lang="zh-CN" altLang="zh-CN" sz="2000">
                  <a:solidFill>
                    <a:schemeClr val="lt1"/>
                  </a:solidFill>
                </a:endParaRPr>
              </a:p>
            </p:txBody>
          </p:sp>
        </p:grpSp>
        <p:grpSp>
          <p:nvGrpSpPr>
            <p:cNvPr id="93" name="组合 19">
              <a:extLst>
                <a:ext uri="{FF2B5EF4-FFF2-40B4-BE49-F238E27FC236}">
                  <a16:creationId xmlns:a16="http://schemas.microsoft.com/office/drawing/2014/main" xmlns="" id="{12C93EC7-0B84-AEF3-5ADB-3208F9EB834B}"/>
                </a:ext>
              </a:extLst>
            </p:cNvPr>
            <p:cNvGrpSpPr/>
            <p:nvPr/>
          </p:nvGrpSpPr>
          <p:grpSpPr>
            <a:xfrm>
              <a:off x="1580395" y="2525773"/>
              <a:ext cx="8691319" cy="2389920"/>
              <a:chOff x="1574990" y="2525773"/>
              <a:chExt cx="8691319" cy="2389920"/>
            </a:xfrm>
          </p:grpSpPr>
          <p:grpSp>
            <p:nvGrpSpPr>
              <p:cNvPr id="94" name="组合 18">
                <a:extLst>
                  <a:ext uri="{FF2B5EF4-FFF2-40B4-BE49-F238E27FC236}">
                    <a16:creationId xmlns:a16="http://schemas.microsoft.com/office/drawing/2014/main" xmlns="" id="{48DA9E81-DE78-40AE-B1A6-9333B142B395}"/>
                  </a:ext>
                </a:extLst>
              </p:cNvPr>
              <p:cNvGrpSpPr/>
              <p:nvPr/>
            </p:nvGrpSpPr>
            <p:grpSpPr>
              <a:xfrm>
                <a:off x="1574990" y="2538772"/>
                <a:ext cx="2832744" cy="2376921"/>
                <a:chOff x="1649848" y="2729652"/>
                <a:chExt cx="2832744" cy="2376921"/>
              </a:xfrm>
            </p:grpSpPr>
            <p:sp>
              <p:nvSpPr>
                <p:cNvPr id="95" name="文本框 58">
                  <a:extLst>
                    <a:ext uri="{FF2B5EF4-FFF2-40B4-BE49-F238E27FC236}">
                      <a16:creationId xmlns:a16="http://schemas.microsoft.com/office/drawing/2014/main" xmlns="" id="{57B910B7-707E-5F26-AC61-45B2C4F6E729}"/>
                    </a:ext>
                  </a:extLst>
                </p:cNvPr>
                <p:cNvSpPr txBox="1"/>
                <p:nvPr/>
              </p:nvSpPr>
              <p:spPr>
                <a:xfrm>
                  <a:off x="1649848" y="2729652"/>
                  <a:ext cx="1723549" cy="400110"/>
                </a:xfrm>
                <a:prstGeom prst="rect">
                  <a:avLst/>
                </a:prstGeom>
                <a:noFill/>
              </p:spPr>
              <p:txBody>
                <a:bodyPr wrap="none"/>
                <a:lstStyle>
                  <a:lvl1pPr lvl="0" algn="ctr">
                    <a:defRPr sz="2000" b="1"/>
                  </a:lvl1pPr>
                </a:lstStyle>
                <a:p>
                  <a:pPr algn="l"/>
                  <a:r>
                    <a:rPr lang="zh-CN" altLang="en-US" sz="2400" dirty="0"/>
                    <a:t>自动登录与跳转机制</a:t>
                  </a:r>
                  <a:endParaRPr sz="2400" dirty="0"/>
                </a:p>
              </p:txBody>
            </p:sp>
            <p:sp>
              <p:nvSpPr>
                <p:cNvPr id="96" name="文本框 59">
                  <a:extLst>
                    <a:ext uri="{FF2B5EF4-FFF2-40B4-BE49-F238E27FC236}">
                      <a16:creationId xmlns:a16="http://schemas.microsoft.com/office/drawing/2014/main" xmlns="" id="{204CD06D-7D53-0001-A24A-F5C9D9269705}"/>
                    </a:ext>
                  </a:extLst>
                </p:cNvPr>
                <p:cNvSpPr txBox="1"/>
                <p:nvPr/>
              </p:nvSpPr>
              <p:spPr>
                <a:xfrm>
                  <a:off x="1736261" y="3353973"/>
                  <a:ext cx="2746331" cy="1752600"/>
                </a:xfrm>
                <a:prstGeom prst="rect">
                  <a:avLst/>
                </a:prstGeom>
                <a:noFill/>
              </p:spPr>
              <p:txBody>
                <a:bodyPr wrap="square"/>
                <a:lstStyle>
                  <a:lvl1pPr lvl="0">
                    <a:defRPr sz="1400"/>
                  </a:lvl1pPr>
                </a:lstStyle>
                <a:p>
                  <a:r>
                    <a:rPr lang="zh-CN" altLang="en-US" sz="2000" b="1" dirty="0"/>
                    <a:t>课程自动登录与跳转机制</a:t>
                  </a:r>
                  <a:endParaRPr lang="zh-CN" altLang="en-US" sz="2000" dirty="0"/>
                </a:p>
                <a:p>
                  <a:r>
                    <a:rPr lang="zh-CN" altLang="en-US" sz="2000" dirty="0"/>
                    <a:t>为课程生成临时跳转页面</a:t>
                  </a:r>
                </a:p>
                <a:p>
                  <a:r>
                    <a:rPr lang="zh-CN" altLang="en-US" sz="2000" dirty="0"/>
                    <a:t>自动填充第三方平台登录信息</a:t>
                  </a:r>
                </a:p>
                <a:p>
                  <a:r>
                    <a:rPr lang="zh-CN" altLang="en-US" sz="2000" dirty="0"/>
                    <a:t>登录完成后自动跳转至课程页面</a:t>
                  </a:r>
                </a:p>
                <a:p>
                  <a:r>
                    <a:rPr lang="zh-CN" altLang="en-US" sz="2000" dirty="0"/>
                    <a:t>无需用户手动重复登录</a:t>
                  </a:r>
                </a:p>
                <a:p>
                  <a:r>
                    <a:rPr lang="zh-CN" altLang="en-US" sz="2000" dirty="0"/>
                    <a:t>整个跳转流程在本地环境中完成，确保安全性。</a:t>
                  </a:r>
                </a:p>
              </p:txBody>
            </p:sp>
          </p:grpSp>
          <p:grpSp>
            <p:nvGrpSpPr>
              <p:cNvPr id="97" name="组合 76">
                <a:extLst>
                  <a:ext uri="{FF2B5EF4-FFF2-40B4-BE49-F238E27FC236}">
                    <a16:creationId xmlns:a16="http://schemas.microsoft.com/office/drawing/2014/main" xmlns="" id="{18C4C623-1897-62EC-6796-1744202D9BAF}"/>
                  </a:ext>
                </a:extLst>
              </p:cNvPr>
              <p:cNvGrpSpPr/>
              <p:nvPr/>
            </p:nvGrpSpPr>
            <p:grpSpPr>
              <a:xfrm>
                <a:off x="7519978" y="2525773"/>
                <a:ext cx="2746331" cy="2389920"/>
                <a:chOff x="1574559" y="2716653"/>
                <a:chExt cx="2746331" cy="2389920"/>
              </a:xfrm>
            </p:grpSpPr>
            <p:sp>
              <p:nvSpPr>
                <p:cNvPr id="98" name="文本框 77">
                  <a:extLst>
                    <a:ext uri="{FF2B5EF4-FFF2-40B4-BE49-F238E27FC236}">
                      <a16:creationId xmlns:a16="http://schemas.microsoft.com/office/drawing/2014/main" xmlns="" id="{3CB1972E-F4A4-2F8B-D584-ED033EBB158F}"/>
                    </a:ext>
                  </a:extLst>
                </p:cNvPr>
                <p:cNvSpPr txBox="1"/>
                <p:nvPr/>
              </p:nvSpPr>
              <p:spPr>
                <a:xfrm>
                  <a:off x="1574559" y="2716653"/>
                  <a:ext cx="1723549" cy="400110"/>
                </a:xfrm>
                <a:prstGeom prst="rect">
                  <a:avLst/>
                </a:prstGeom>
                <a:noFill/>
              </p:spPr>
              <p:txBody>
                <a:bodyPr wrap="none"/>
                <a:lstStyle>
                  <a:lvl1pPr lvl="0" algn="ctr">
                    <a:defRPr sz="2000" b="1"/>
                  </a:lvl1pPr>
                </a:lstStyle>
                <a:p>
                  <a:pPr algn="l"/>
                  <a:r>
                    <a:rPr lang="zh-CN" altLang="en-US" sz="2400" dirty="0"/>
                    <a:t>视频播放与学习辅助</a:t>
                  </a:r>
                  <a:endParaRPr sz="2400" dirty="0"/>
                </a:p>
              </p:txBody>
            </p:sp>
            <p:sp>
              <p:nvSpPr>
                <p:cNvPr id="99" name="文本框 78">
                  <a:extLst>
                    <a:ext uri="{FF2B5EF4-FFF2-40B4-BE49-F238E27FC236}">
                      <a16:creationId xmlns:a16="http://schemas.microsoft.com/office/drawing/2014/main" xmlns="" id="{5F432395-8264-061D-04D9-C20B2EABBF75}"/>
                    </a:ext>
                  </a:extLst>
                </p:cNvPr>
                <p:cNvSpPr txBox="1"/>
                <p:nvPr/>
              </p:nvSpPr>
              <p:spPr>
                <a:xfrm>
                  <a:off x="1574559" y="3353973"/>
                  <a:ext cx="2746331" cy="1752600"/>
                </a:xfrm>
                <a:prstGeom prst="rect">
                  <a:avLst/>
                </a:prstGeom>
                <a:noFill/>
              </p:spPr>
              <p:txBody>
                <a:bodyPr wrap="square"/>
                <a:lstStyle>
                  <a:lvl1pPr lvl="0">
                    <a:defRPr sz="1400"/>
                  </a:lvl1pPr>
                </a:lstStyle>
                <a:p>
                  <a:r>
                    <a:rPr lang="zh-CN" altLang="en-US" sz="2000" b="1" dirty="0"/>
                    <a:t>视频播放与学习辅助功能</a:t>
                  </a:r>
                  <a:endParaRPr lang="zh-CN" altLang="en-US" sz="2000" dirty="0"/>
                </a:p>
                <a:p>
                  <a:r>
                    <a:rPr lang="zh-CN" altLang="en-US" sz="2000" dirty="0"/>
                    <a:t>支持课程视频的集中播放</a:t>
                  </a:r>
                </a:p>
                <a:p>
                  <a:r>
                    <a:rPr lang="zh-CN" altLang="en-US" sz="2000" dirty="0"/>
                    <a:t>提供视频跳转与时间点导航</a:t>
                  </a:r>
                </a:p>
                <a:p>
                  <a:r>
                    <a:rPr lang="zh-CN" altLang="en-US" sz="2000" dirty="0"/>
                    <a:t>支持画中画播放模式</a:t>
                  </a:r>
                </a:p>
                <a:p>
                  <a:r>
                    <a:rPr lang="zh-CN" altLang="en-US" sz="2000" dirty="0"/>
                    <a:t>提升多任务学习场景下的使用体验</a:t>
                  </a:r>
                </a:p>
                <a:p>
                  <a:r>
                    <a:rPr lang="zh-CN" altLang="en-US" sz="2000" dirty="0"/>
                    <a:t>该模块侧重于学习效率的提升。</a:t>
                  </a:r>
                </a:p>
              </p:txBody>
            </p:sp>
          </p:grpSp>
        </p:grpSp>
      </p:grpSp>
    </p:spTree>
    <p:extLst>
      <p:ext uri="{BB962C8B-B14F-4D97-AF65-F5344CB8AC3E}">
        <p14:creationId xmlns:p14="http://schemas.microsoft.com/office/powerpoint/2010/main" val="1885572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2314B99-546C-4F35-05E4-8D32890A80C0}"/>
            </a:ext>
          </a:extLst>
        </p:cNvPr>
        <p:cNvGrpSpPr/>
        <p:nvPr/>
      </p:nvGrpSpPr>
      <p:grpSpPr>
        <a:xfrm>
          <a:off x="0" y="0"/>
          <a:ext cx="0" cy="0"/>
          <a:chOff x="0" y="0"/>
          <a:chExt cx="0" cy="0"/>
        </a:xfrm>
      </p:grpSpPr>
      <p:sp>
        <p:nvSpPr>
          <p:cNvPr id="240" name="矩形 42">
            <a:extLst>
              <a:ext uri="{FF2B5EF4-FFF2-40B4-BE49-F238E27FC236}">
                <a16:creationId xmlns:a16="http://schemas.microsoft.com/office/drawing/2014/main" xmlns="" id="{A9B7C302-097F-AEE1-CF02-6EE740AEC352}"/>
              </a:ext>
            </a:extLst>
          </p:cNvPr>
          <p:cNvSpPr/>
          <p:nvPr/>
        </p:nvSpPr>
        <p:spPr>
          <a:xfrm>
            <a:off x="12115800" y="0"/>
            <a:ext cx="76200" cy="6858000"/>
          </a:xfrm>
          <a:prstGeom prst="rect">
            <a:avLst/>
          </a:prstGeom>
          <a:solidFill>
            <a:schemeClr val="accent1"/>
          </a:solidFill>
          <a:ln>
            <a:noFill/>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marL="0" lvl="0" indent="0" algn="ctr" defTabSz="914400">
              <a:lnSpc>
                <a:spcPct val="100000"/>
              </a:lnSpc>
              <a:spcBef>
                <a:spcPts val="0"/>
              </a:spcBef>
              <a:spcAft>
                <a:spcPts val="0"/>
              </a:spcAft>
              <a:buClrTx/>
              <a:buSzTx/>
              <a:buFontTx/>
              <a:buNone/>
            </a:pPr>
            <a:endParaRPr lang="zh-CN" altLang="zh-CN" sz="1800" b="0" i="0" u="none" strike="noStrike" kern="1200" spc="0" baseline="0">
              <a:solidFill>
                <a:srgbClr val="FFFFFF"/>
              </a:solidFill>
              <a:latin typeface="Arial"/>
              <a:ea typeface="微软雅黑"/>
            </a:endParaRPr>
          </a:p>
        </p:txBody>
      </p:sp>
      <p:grpSp>
        <p:nvGrpSpPr>
          <p:cNvPr id="241" name="组合 118">
            <a:extLst>
              <a:ext uri="{FF2B5EF4-FFF2-40B4-BE49-F238E27FC236}">
                <a16:creationId xmlns:a16="http://schemas.microsoft.com/office/drawing/2014/main" xmlns="" id="{322D505F-476F-5D44-37EA-691953B18DBB}"/>
              </a:ext>
            </a:extLst>
          </p:cNvPr>
          <p:cNvGrpSpPr/>
          <p:nvPr/>
        </p:nvGrpSpPr>
        <p:grpSpPr>
          <a:xfrm>
            <a:off x="0" y="0"/>
            <a:ext cx="682171" cy="6858000"/>
            <a:chOff x="0" y="0"/>
            <a:chExt cx="682171" cy="6858000"/>
          </a:xfrm>
        </p:grpSpPr>
        <p:sp>
          <p:nvSpPr>
            <p:cNvPr id="242" name="矩形 119">
              <a:extLst>
                <a:ext uri="{FF2B5EF4-FFF2-40B4-BE49-F238E27FC236}">
                  <a16:creationId xmlns:a16="http://schemas.microsoft.com/office/drawing/2014/main" xmlns="" id="{87E856B5-44C8-F473-36AC-4BD62482B302}"/>
                </a:ext>
              </a:extLst>
            </p:cNvPr>
            <p:cNvSpPr/>
            <p:nvPr/>
          </p:nvSpPr>
          <p:spPr>
            <a:xfrm>
              <a:off x="0" y="0"/>
              <a:ext cx="682171" cy="6858000"/>
            </a:xfrm>
            <a:prstGeom prst="rect">
              <a:avLst/>
            </a:prstGeom>
            <a:solidFill>
              <a:schemeClr val="bg1"/>
            </a:solidFill>
            <a:ln>
              <a:noFill/>
            </a:ln>
          </p:spPr>
          <p:txBody>
            <a:bodyPr anchor="ctr"/>
            <a:lstStyle/>
            <a:p>
              <a:pPr marL="0" lvl="0" indent="0" algn="ctr" defTabSz="914400">
                <a:lnSpc>
                  <a:spcPct val="100000"/>
                </a:lnSpc>
                <a:spcBef>
                  <a:spcPts val="0"/>
                </a:spcBef>
                <a:spcAft>
                  <a:spcPts val="0"/>
                </a:spcAft>
                <a:buClrTx/>
                <a:buSzTx/>
                <a:buFontTx/>
                <a:buNone/>
              </a:pPr>
              <a:endParaRPr lang="zh-CN" altLang="zh-CN" sz="1800" b="0" i="0" u="none" strike="noStrike" kern="1200" spc="0" baseline="0">
                <a:solidFill>
                  <a:srgbClr val="FFFFFF"/>
                </a:solidFill>
                <a:latin typeface="Arial"/>
                <a:ea typeface="微软雅黑"/>
              </a:endParaRPr>
            </a:p>
          </p:txBody>
        </p:sp>
        <p:grpSp>
          <p:nvGrpSpPr>
            <p:cNvPr id="243" name="组合 120">
              <a:extLst>
                <a:ext uri="{FF2B5EF4-FFF2-40B4-BE49-F238E27FC236}">
                  <a16:creationId xmlns:a16="http://schemas.microsoft.com/office/drawing/2014/main" xmlns="" id="{D1E4C481-1306-2108-8790-D978B969DB17}"/>
                </a:ext>
              </a:extLst>
            </p:cNvPr>
            <p:cNvGrpSpPr/>
            <p:nvPr/>
          </p:nvGrpSpPr>
          <p:grpSpPr>
            <a:xfrm>
              <a:off x="226785" y="263525"/>
              <a:ext cx="228600" cy="127000"/>
              <a:chOff x="1244600" y="6096000"/>
              <a:chExt cx="228600" cy="127000"/>
            </a:xfrm>
          </p:grpSpPr>
          <p:cxnSp>
            <p:nvCxnSpPr>
              <p:cNvPr id="244" name="直接连接符 124">
                <a:extLst>
                  <a:ext uri="{FF2B5EF4-FFF2-40B4-BE49-F238E27FC236}">
                    <a16:creationId xmlns:a16="http://schemas.microsoft.com/office/drawing/2014/main" xmlns="" id="{C88B50C2-A4CB-B96A-BABF-7789F356806B}"/>
                  </a:ext>
                </a:extLst>
              </p:cNvPr>
              <p:cNvCxnSpPr/>
              <p:nvPr/>
            </p:nvCxnSpPr>
            <p:spPr>
              <a:xfrm>
                <a:off x="1244600" y="6096000"/>
                <a:ext cx="228600" cy="0"/>
              </a:xfrm>
              <a:prstGeom prst="line">
                <a:avLst/>
              </a:prstGeom>
              <a:ln w="25400">
                <a:solidFill>
                  <a:schemeClr val="tx1">
                    <a:lumMod val="75000"/>
                    <a:lumOff val="25000"/>
                  </a:schemeClr>
                </a:solidFill>
                <a:prstDash val="solid"/>
                <a:miter/>
              </a:ln>
            </p:spPr>
          </p:cxnSp>
          <p:cxnSp>
            <p:nvCxnSpPr>
              <p:cNvPr id="245" name="直接连接符 125">
                <a:extLst>
                  <a:ext uri="{FF2B5EF4-FFF2-40B4-BE49-F238E27FC236}">
                    <a16:creationId xmlns:a16="http://schemas.microsoft.com/office/drawing/2014/main" xmlns="" id="{0EB731C5-9595-76F9-190B-D2A278A7D6FC}"/>
                  </a:ext>
                </a:extLst>
              </p:cNvPr>
              <p:cNvCxnSpPr/>
              <p:nvPr/>
            </p:nvCxnSpPr>
            <p:spPr>
              <a:xfrm>
                <a:off x="1244600" y="6159500"/>
                <a:ext cx="228600" cy="0"/>
              </a:xfrm>
              <a:prstGeom prst="line">
                <a:avLst/>
              </a:prstGeom>
              <a:ln w="25400">
                <a:solidFill>
                  <a:schemeClr val="tx1">
                    <a:lumMod val="75000"/>
                    <a:lumOff val="25000"/>
                  </a:schemeClr>
                </a:solidFill>
                <a:prstDash val="solid"/>
                <a:miter/>
              </a:ln>
            </p:spPr>
          </p:cxnSp>
          <p:cxnSp>
            <p:nvCxnSpPr>
              <p:cNvPr id="246" name="直接连接符 126">
                <a:extLst>
                  <a:ext uri="{FF2B5EF4-FFF2-40B4-BE49-F238E27FC236}">
                    <a16:creationId xmlns:a16="http://schemas.microsoft.com/office/drawing/2014/main" xmlns="" id="{1483BA4C-DCB1-B012-81EA-60D501DFF852}"/>
                  </a:ext>
                </a:extLst>
              </p:cNvPr>
              <p:cNvCxnSpPr/>
              <p:nvPr/>
            </p:nvCxnSpPr>
            <p:spPr>
              <a:xfrm>
                <a:off x="1244600" y="6223000"/>
                <a:ext cx="228600" cy="0"/>
              </a:xfrm>
              <a:prstGeom prst="line">
                <a:avLst/>
              </a:prstGeom>
              <a:ln w="25400">
                <a:solidFill>
                  <a:schemeClr val="tx1">
                    <a:lumMod val="75000"/>
                    <a:lumOff val="25000"/>
                  </a:schemeClr>
                </a:solidFill>
                <a:prstDash val="solid"/>
                <a:miter/>
              </a:ln>
            </p:spPr>
          </p:cxnSp>
        </p:grpSp>
        <p:cxnSp>
          <p:nvCxnSpPr>
            <p:cNvPr id="247" name="直接连接符 121">
              <a:extLst>
                <a:ext uri="{FF2B5EF4-FFF2-40B4-BE49-F238E27FC236}">
                  <a16:creationId xmlns:a16="http://schemas.microsoft.com/office/drawing/2014/main" xmlns="" id="{22791D1B-73C5-3E98-AC08-B0F9F908DB2D}"/>
                </a:ext>
              </a:extLst>
            </p:cNvPr>
            <p:cNvCxnSpPr/>
            <p:nvPr/>
          </p:nvCxnSpPr>
          <p:spPr>
            <a:xfrm flipV="1">
              <a:off x="341085" y="5881688"/>
              <a:ext cx="0" cy="435769"/>
            </a:xfrm>
            <a:prstGeom prst="line">
              <a:avLst/>
            </a:prstGeom>
            <a:ln w="3175">
              <a:solidFill>
                <a:schemeClr val="tx1">
                  <a:lumMod val="75000"/>
                  <a:lumOff val="25000"/>
                </a:schemeClr>
              </a:solidFill>
              <a:prstDash val="solid"/>
              <a:miter/>
            </a:ln>
          </p:spPr>
        </p:cxnSp>
        <p:sp>
          <p:nvSpPr>
            <p:cNvPr id="248" name="文本框 122">
              <a:extLst>
                <a:ext uri="{FF2B5EF4-FFF2-40B4-BE49-F238E27FC236}">
                  <a16:creationId xmlns:a16="http://schemas.microsoft.com/office/drawing/2014/main" xmlns="" id="{0D2F4A4B-1A4C-28BE-3EEB-D9A34F335319}"/>
                </a:ext>
              </a:extLst>
            </p:cNvPr>
            <p:cNvSpPr txBox="1"/>
            <p:nvPr/>
          </p:nvSpPr>
          <p:spPr>
            <a:xfrm>
              <a:off x="182227" y="6400800"/>
              <a:ext cx="317716" cy="261610"/>
            </a:xfrm>
            <a:prstGeom prst="rect">
              <a:avLst/>
            </a:prstGeom>
            <a:noFill/>
          </p:spPr>
          <p:txBody>
            <a:bodyPr wrap="none"/>
            <a:lstStyle/>
            <a:p>
              <a:pPr marL="0" lvl="0" indent="0" algn="ctr" defTabSz="914400">
                <a:lnSpc>
                  <a:spcPct val="100000"/>
                </a:lnSpc>
                <a:spcBef>
                  <a:spcPts val="0"/>
                </a:spcBef>
                <a:spcAft>
                  <a:spcPts val="0"/>
                </a:spcAft>
                <a:buClrTx/>
                <a:buSzTx/>
                <a:buFontTx/>
                <a:buNone/>
              </a:pPr>
              <a:r>
                <a:rPr lang="en-US" altLang="en-US" sz="1050" b="0" i="0" u="none" strike="noStrike" kern="1200" spc="0" baseline="0" dirty="0">
                  <a:solidFill>
                    <a:srgbClr val="000000"/>
                  </a:solidFill>
                  <a:latin typeface="微软雅黑 Light"/>
                  <a:ea typeface="微软雅黑 Light"/>
                </a:rPr>
                <a:t>13</a:t>
              </a:r>
              <a:endParaRPr lang="zh-CN" altLang="zh-CN" sz="1050" b="0" i="0" u="none" strike="noStrike" kern="1200" spc="0" baseline="0" dirty="0">
                <a:solidFill>
                  <a:srgbClr val="000000"/>
                </a:solidFill>
                <a:latin typeface="微软雅黑 Light"/>
                <a:ea typeface="微软雅黑 Light"/>
              </a:endParaRPr>
            </a:p>
          </p:txBody>
        </p:sp>
        <p:cxnSp>
          <p:nvCxnSpPr>
            <p:cNvPr id="249" name="直接连接符 123">
              <a:extLst>
                <a:ext uri="{FF2B5EF4-FFF2-40B4-BE49-F238E27FC236}">
                  <a16:creationId xmlns:a16="http://schemas.microsoft.com/office/drawing/2014/main" xmlns="" id="{1EFEA2E4-C80B-9184-D227-CE388B718886}"/>
                </a:ext>
              </a:extLst>
            </p:cNvPr>
            <p:cNvCxnSpPr/>
            <p:nvPr/>
          </p:nvCxnSpPr>
          <p:spPr>
            <a:xfrm flipV="1">
              <a:off x="341085" y="522288"/>
              <a:ext cx="0" cy="435769"/>
            </a:xfrm>
            <a:prstGeom prst="line">
              <a:avLst/>
            </a:prstGeom>
            <a:ln w="3175">
              <a:solidFill>
                <a:schemeClr val="tx1">
                  <a:lumMod val="75000"/>
                  <a:lumOff val="25000"/>
                </a:schemeClr>
              </a:solidFill>
              <a:prstDash val="solid"/>
              <a:miter/>
            </a:ln>
          </p:spPr>
        </p:cxnSp>
      </p:grpSp>
      <p:sp>
        <p:nvSpPr>
          <p:cNvPr id="253" name="文本框 64">
            <a:extLst>
              <a:ext uri="{FF2B5EF4-FFF2-40B4-BE49-F238E27FC236}">
                <a16:creationId xmlns:a16="http://schemas.microsoft.com/office/drawing/2014/main" xmlns="" id="{DEE7A538-0E43-1D4D-0A80-0FBC81D8D2DC}"/>
              </a:ext>
            </a:extLst>
          </p:cNvPr>
          <p:cNvSpPr txBox="1"/>
          <p:nvPr/>
        </p:nvSpPr>
        <p:spPr>
          <a:xfrm>
            <a:off x="7578788" y="3878981"/>
            <a:ext cx="4430985" cy="4265925"/>
          </a:xfrm>
          <a:prstGeom prst="rect">
            <a:avLst/>
          </a:prstGeom>
          <a:noFill/>
          <a:ln>
            <a:noFill/>
          </a:ln>
        </p:spPr>
        <p:txBody>
          <a:bodyPr wrap="square"/>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marL="0" lvl="0" indent="0" algn="r" defTabSz="914400">
              <a:lnSpc>
                <a:spcPct val="100000"/>
              </a:lnSpc>
              <a:spcBef>
                <a:spcPts val="0"/>
              </a:spcBef>
              <a:spcAft>
                <a:spcPts val="0"/>
              </a:spcAft>
              <a:buClrTx/>
              <a:buSzTx/>
              <a:buFontTx/>
              <a:buNone/>
            </a:pPr>
            <a:r>
              <a:rPr lang="en-US" altLang="en-US" sz="19900" b="1" i="0" u="none" strike="noStrike" kern="1200" spc="0" baseline="0" dirty="0">
                <a:gradFill>
                  <a:gsLst>
                    <a:gs pos="29000">
                      <a:srgbClr val="FFFFFF">
                        <a:alpha val="89000"/>
                        <a:lumMod val="65000"/>
                      </a:srgbClr>
                    </a:gs>
                    <a:gs pos="83000">
                      <a:srgbClr val="FFFFFF">
                        <a:alpha val="0"/>
                        <a:lumMod val="90000"/>
                      </a:srgbClr>
                    </a:gs>
                  </a:gsLst>
                  <a:lin ang="5400000" scaled="0"/>
                </a:gradFill>
                <a:latin typeface="Arial"/>
                <a:ea typeface="微软雅黑"/>
              </a:rPr>
              <a:t>04</a:t>
            </a:r>
            <a:endParaRPr lang="zh-CN" altLang="zh-CN" sz="19900" b="1" i="0" u="none" strike="noStrike" kern="1200" spc="0" baseline="0" dirty="0">
              <a:gradFill>
                <a:gsLst>
                  <a:gs pos="29000">
                    <a:srgbClr val="FFFFFF">
                      <a:alpha val="89000"/>
                      <a:lumMod val="65000"/>
                    </a:srgbClr>
                  </a:gs>
                  <a:gs pos="83000">
                    <a:srgbClr val="FFFFFF">
                      <a:alpha val="0"/>
                      <a:lumMod val="90000"/>
                    </a:srgbClr>
                  </a:gs>
                </a:gsLst>
                <a:lin ang="5400000" scaled="0"/>
              </a:gradFill>
              <a:latin typeface="Arial"/>
              <a:ea typeface="微软雅黑"/>
            </a:endParaRPr>
          </a:p>
        </p:txBody>
      </p:sp>
      <p:sp>
        <p:nvSpPr>
          <p:cNvPr id="5" name="文本框 4">
            <a:extLst>
              <a:ext uri="{FF2B5EF4-FFF2-40B4-BE49-F238E27FC236}">
                <a16:creationId xmlns:a16="http://schemas.microsoft.com/office/drawing/2014/main" xmlns="" id="{ADD92DF6-17D3-32A0-4BA9-92E3546F26CD}"/>
              </a:ext>
            </a:extLst>
          </p:cNvPr>
          <p:cNvSpPr txBox="1"/>
          <p:nvPr/>
        </p:nvSpPr>
        <p:spPr>
          <a:xfrm>
            <a:off x="9087775" y="1413833"/>
            <a:ext cx="3315256" cy="525657"/>
          </a:xfrm>
          <a:prstGeom prst="rect">
            <a:avLst/>
          </a:prstGeom>
          <a:noFill/>
        </p:spPr>
        <p:txBody>
          <a:bodyPr wrap="square">
            <a:spAutoFit/>
          </a:bodyPr>
          <a:lstStyle/>
          <a:p>
            <a:r>
              <a:rPr lang="zh-CN" altLang="en-US" sz="2400" b="1" dirty="0"/>
              <a:t>视频播放展示</a:t>
            </a:r>
            <a:endParaRPr lang="en-US" altLang="zh-CN" sz="2400" b="1"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943" y="522288"/>
            <a:ext cx="8305455" cy="6354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0980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34FBA2B-4F30-55D5-3606-5BD9AD2BDB9D}"/>
            </a:ext>
          </a:extLst>
        </p:cNvPr>
        <p:cNvGrpSpPr/>
        <p:nvPr/>
      </p:nvGrpSpPr>
      <p:grpSpPr>
        <a:xfrm>
          <a:off x="0" y="0"/>
          <a:ext cx="0" cy="0"/>
          <a:chOff x="0" y="0"/>
          <a:chExt cx="0" cy="0"/>
        </a:xfrm>
      </p:grpSpPr>
      <p:pic>
        <p:nvPicPr>
          <p:cNvPr id="289" name="图片 20">
            <a:extLst>
              <a:ext uri="{FF2B5EF4-FFF2-40B4-BE49-F238E27FC236}">
                <a16:creationId xmlns:a16="http://schemas.microsoft.com/office/drawing/2014/main" xmlns="" id="{0FF693B3-683D-2838-D3E6-A82281ADAEFE}"/>
              </a:ext>
            </a:extLst>
          </p:cNvPr>
          <p:cNvPicPr/>
          <p:nvPr/>
        </p:nvPicPr>
        <p:blipFill rotWithShape="1">
          <a:blip r:embed="rId2"/>
          <a:srcRect l="35626" t="-1" r="33332" b="-1"/>
          <a:stretch/>
        </p:blipFill>
        <p:spPr>
          <a:xfrm flipH="1">
            <a:off x="8407400" y="0"/>
            <a:ext cx="3784600" cy="6857999"/>
          </a:xfrm>
          <a:custGeom>
            <a:avLst/>
            <a:gdLst/>
            <a:ahLst/>
            <a:cxnLst/>
            <a:rect l="l" t="t" r="r" b="b"/>
            <a:pathLst>
              <a:path w="3784600" h="6857999">
                <a:moveTo>
                  <a:pt x="0" y="0"/>
                </a:moveTo>
                <a:lnTo>
                  <a:pt x="3784600" y="0"/>
                </a:lnTo>
                <a:lnTo>
                  <a:pt x="3784600" y="6857999"/>
                </a:lnTo>
                <a:lnTo>
                  <a:pt x="0" y="6857999"/>
                </a:lnTo>
                <a:close/>
              </a:path>
            </a:pathLst>
          </a:custGeom>
        </p:spPr>
      </p:pic>
      <p:grpSp>
        <p:nvGrpSpPr>
          <p:cNvPr id="290" name="组合 8">
            <a:extLst>
              <a:ext uri="{FF2B5EF4-FFF2-40B4-BE49-F238E27FC236}">
                <a16:creationId xmlns:a16="http://schemas.microsoft.com/office/drawing/2014/main" xmlns="" id="{084AD60C-8FC1-3BD9-4C25-A16425CD7EAC}"/>
              </a:ext>
            </a:extLst>
          </p:cNvPr>
          <p:cNvGrpSpPr/>
          <p:nvPr/>
        </p:nvGrpSpPr>
        <p:grpSpPr>
          <a:xfrm>
            <a:off x="0" y="0"/>
            <a:ext cx="682171" cy="6858000"/>
            <a:chOff x="0" y="0"/>
            <a:chExt cx="682171" cy="6858000"/>
          </a:xfrm>
        </p:grpSpPr>
        <p:sp>
          <p:nvSpPr>
            <p:cNvPr id="291" name="矩形 9">
              <a:extLst>
                <a:ext uri="{FF2B5EF4-FFF2-40B4-BE49-F238E27FC236}">
                  <a16:creationId xmlns:a16="http://schemas.microsoft.com/office/drawing/2014/main" xmlns="" id="{C170E056-6174-D898-CFE3-9CDB7EE44AA4}"/>
                </a:ext>
              </a:extLst>
            </p:cNvPr>
            <p:cNvSpPr/>
            <p:nvPr/>
          </p:nvSpPr>
          <p:spPr>
            <a:xfrm>
              <a:off x="0" y="0"/>
              <a:ext cx="682171" cy="6858000"/>
            </a:xfrm>
            <a:prstGeom prst="rect">
              <a:avLst/>
            </a:prstGeom>
            <a:solidFill>
              <a:schemeClr val="bg1"/>
            </a:solidFill>
            <a:ln>
              <a:noFill/>
            </a:ln>
          </p:spPr>
          <p:txBody>
            <a:bodyPr anchor="ctr"/>
            <a:lstStyle/>
            <a:p>
              <a:pPr algn="ctr"/>
              <a:endParaRPr lang="zh-CN" altLang="zh-CN">
                <a:solidFill>
                  <a:schemeClr val="lt1"/>
                </a:solidFill>
              </a:endParaRPr>
            </a:p>
          </p:txBody>
        </p:sp>
        <p:grpSp>
          <p:nvGrpSpPr>
            <p:cNvPr id="292" name="组合 10">
              <a:extLst>
                <a:ext uri="{FF2B5EF4-FFF2-40B4-BE49-F238E27FC236}">
                  <a16:creationId xmlns:a16="http://schemas.microsoft.com/office/drawing/2014/main" xmlns="" id="{DEB1A3CA-CEA8-B23D-61DA-93219064A4F0}"/>
                </a:ext>
              </a:extLst>
            </p:cNvPr>
            <p:cNvGrpSpPr/>
            <p:nvPr/>
          </p:nvGrpSpPr>
          <p:grpSpPr>
            <a:xfrm>
              <a:off x="226785" y="263525"/>
              <a:ext cx="228600" cy="127000"/>
              <a:chOff x="1244600" y="6096000"/>
              <a:chExt cx="228600" cy="127000"/>
            </a:xfrm>
          </p:grpSpPr>
          <p:cxnSp>
            <p:nvCxnSpPr>
              <p:cNvPr id="293" name="直接连接符 14">
                <a:extLst>
                  <a:ext uri="{FF2B5EF4-FFF2-40B4-BE49-F238E27FC236}">
                    <a16:creationId xmlns:a16="http://schemas.microsoft.com/office/drawing/2014/main" xmlns="" id="{B2F56C6D-C0E8-4361-3EDF-90E317F7F1D8}"/>
                  </a:ext>
                </a:extLst>
              </p:cNvPr>
              <p:cNvCxnSpPr/>
              <p:nvPr/>
            </p:nvCxnSpPr>
            <p:spPr>
              <a:xfrm>
                <a:off x="1244600" y="6096000"/>
                <a:ext cx="228600" cy="0"/>
              </a:xfrm>
              <a:prstGeom prst="line">
                <a:avLst/>
              </a:prstGeom>
              <a:ln w="25400">
                <a:solidFill>
                  <a:schemeClr val="tx1">
                    <a:lumMod val="75000"/>
                    <a:lumOff val="25000"/>
                  </a:schemeClr>
                </a:solidFill>
                <a:prstDash val="solid"/>
                <a:miter/>
              </a:ln>
            </p:spPr>
          </p:cxnSp>
          <p:cxnSp>
            <p:nvCxnSpPr>
              <p:cNvPr id="294" name="直接连接符 15">
                <a:extLst>
                  <a:ext uri="{FF2B5EF4-FFF2-40B4-BE49-F238E27FC236}">
                    <a16:creationId xmlns:a16="http://schemas.microsoft.com/office/drawing/2014/main" xmlns="" id="{3B9D9817-A680-283A-9FEB-38859CAF88B2}"/>
                  </a:ext>
                </a:extLst>
              </p:cNvPr>
              <p:cNvCxnSpPr/>
              <p:nvPr/>
            </p:nvCxnSpPr>
            <p:spPr>
              <a:xfrm>
                <a:off x="1244600" y="6159500"/>
                <a:ext cx="228600" cy="0"/>
              </a:xfrm>
              <a:prstGeom prst="line">
                <a:avLst/>
              </a:prstGeom>
              <a:ln w="25400">
                <a:solidFill>
                  <a:schemeClr val="tx1">
                    <a:lumMod val="75000"/>
                    <a:lumOff val="25000"/>
                  </a:schemeClr>
                </a:solidFill>
                <a:prstDash val="solid"/>
                <a:miter/>
              </a:ln>
            </p:spPr>
          </p:cxnSp>
          <p:cxnSp>
            <p:nvCxnSpPr>
              <p:cNvPr id="295" name="直接连接符 16">
                <a:extLst>
                  <a:ext uri="{FF2B5EF4-FFF2-40B4-BE49-F238E27FC236}">
                    <a16:creationId xmlns:a16="http://schemas.microsoft.com/office/drawing/2014/main" xmlns="" id="{6FD9958E-E600-9CA9-7276-F0F760D6BAA8}"/>
                  </a:ext>
                </a:extLst>
              </p:cNvPr>
              <p:cNvCxnSpPr/>
              <p:nvPr/>
            </p:nvCxnSpPr>
            <p:spPr>
              <a:xfrm>
                <a:off x="1244600" y="6223000"/>
                <a:ext cx="228600" cy="0"/>
              </a:xfrm>
              <a:prstGeom prst="line">
                <a:avLst/>
              </a:prstGeom>
              <a:ln w="25400">
                <a:solidFill>
                  <a:schemeClr val="tx1">
                    <a:lumMod val="75000"/>
                    <a:lumOff val="25000"/>
                  </a:schemeClr>
                </a:solidFill>
                <a:prstDash val="solid"/>
                <a:miter/>
              </a:ln>
            </p:spPr>
          </p:cxnSp>
        </p:grpSp>
        <p:cxnSp>
          <p:nvCxnSpPr>
            <p:cNvPr id="296" name="直接连接符 11">
              <a:extLst>
                <a:ext uri="{FF2B5EF4-FFF2-40B4-BE49-F238E27FC236}">
                  <a16:creationId xmlns:a16="http://schemas.microsoft.com/office/drawing/2014/main" xmlns="" id="{2B9DF29D-AB80-D5FB-D482-7980935521D1}"/>
                </a:ext>
              </a:extLst>
            </p:cNvPr>
            <p:cNvCxnSpPr/>
            <p:nvPr/>
          </p:nvCxnSpPr>
          <p:spPr>
            <a:xfrm flipV="1">
              <a:off x="341085" y="5881688"/>
              <a:ext cx="0" cy="435769"/>
            </a:xfrm>
            <a:prstGeom prst="line">
              <a:avLst/>
            </a:prstGeom>
            <a:ln w="3175">
              <a:solidFill>
                <a:schemeClr val="tx1">
                  <a:lumMod val="75000"/>
                  <a:lumOff val="25000"/>
                </a:schemeClr>
              </a:solidFill>
              <a:prstDash val="solid"/>
              <a:miter/>
            </a:ln>
          </p:spPr>
        </p:cxnSp>
        <p:sp>
          <p:nvSpPr>
            <p:cNvPr id="297" name="文本框 12">
              <a:extLst>
                <a:ext uri="{FF2B5EF4-FFF2-40B4-BE49-F238E27FC236}">
                  <a16:creationId xmlns:a16="http://schemas.microsoft.com/office/drawing/2014/main" xmlns="" id="{8F5A8477-62A5-095C-E891-B6165A052CB6}"/>
                </a:ext>
              </a:extLst>
            </p:cNvPr>
            <p:cNvSpPr txBox="1"/>
            <p:nvPr/>
          </p:nvSpPr>
          <p:spPr>
            <a:xfrm>
              <a:off x="182227" y="6400800"/>
              <a:ext cx="317716" cy="261610"/>
            </a:xfrm>
            <a:prstGeom prst="rect">
              <a:avLst/>
            </a:prstGeom>
            <a:noFill/>
          </p:spPr>
          <p:txBody>
            <a:bodyPr wrap="none"/>
            <a:lstStyle/>
            <a:p>
              <a:pPr algn="ctr"/>
              <a:r>
                <a:rPr lang="en-US" altLang="en-US" sz="1050" dirty="0">
                  <a:latin typeface="微软雅黑 Light"/>
                  <a:ea typeface="微软雅黑 Light"/>
                </a:rPr>
                <a:t>15</a:t>
              </a:r>
              <a:endParaRPr lang="zh-CN" altLang="zh-CN" sz="1050" dirty="0">
                <a:latin typeface="微软雅黑 Light"/>
                <a:ea typeface="微软雅黑 Light"/>
              </a:endParaRPr>
            </a:p>
          </p:txBody>
        </p:sp>
        <p:cxnSp>
          <p:nvCxnSpPr>
            <p:cNvPr id="298" name="直接连接符 13">
              <a:extLst>
                <a:ext uri="{FF2B5EF4-FFF2-40B4-BE49-F238E27FC236}">
                  <a16:creationId xmlns:a16="http://schemas.microsoft.com/office/drawing/2014/main" xmlns="" id="{4FA44FE4-9204-D932-3718-0DD581FE3ECE}"/>
                </a:ext>
              </a:extLst>
            </p:cNvPr>
            <p:cNvCxnSpPr/>
            <p:nvPr/>
          </p:nvCxnSpPr>
          <p:spPr>
            <a:xfrm flipV="1">
              <a:off x="341085" y="522288"/>
              <a:ext cx="0" cy="435769"/>
            </a:xfrm>
            <a:prstGeom prst="line">
              <a:avLst/>
            </a:prstGeom>
            <a:ln w="3175">
              <a:solidFill>
                <a:schemeClr val="tx1">
                  <a:lumMod val="75000"/>
                  <a:lumOff val="25000"/>
                </a:schemeClr>
              </a:solidFill>
              <a:prstDash val="solid"/>
              <a:miter/>
            </a:ln>
          </p:spPr>
        </p:cxnSp>
      </p:grpSp>
      <p:sp>
        <p:nvSpPr>
          <p:cNvPr id="299" name="矩形 21">
            <a:extLst>
              <a:ext uri="{FF2B5EF4-FFF2-40B4-BE49-F238E27FC236}">
                <a16:creationId xmlns:a16="http://schemas.microsoft.com/office/drawing/2014/main" xmlns="" id="{730E92F7-5F0E-CB74-7058-90B638BF575D}"/>
              </a:ext>
            </a:extLst>
          </p:cNvPr>
          <p:cNvSpPr/>
          <p:nvPr/>
        </p:nvSpPr>
        <p:spPr>
          <a:xfrm>
            <a:off x="12115800" y="0"/>
            <a:ext cx="76200" cy="6858000"/>
          </a:xfrm>
          <a:prstGeom prst="rect">
            <a:avLst/>
          </a:prstGeom>
          <a:solidFill>
            <a:schemeClr val="accent1"/>
          </a:solidFill>
          <a:ln>
            <a:noFill/>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ctr"/>
            <a:endParaRPr lang="zh-CN" altLang="zh-CN">
              <a:solidFill>
                <a:schemeClr val="lt1"/>
              </a:solidFill>
            </a:endParaRPr>
          </a:p>
        </p:txBody>
      </p:sp>
      <p:sp>
        <p:nvSpPr>
          <p:cNvPr id="301" name="文本框 91">
            <a:extLst>
              <a:ext uri="{FF2B5EF4-FFF2-40B4-BE49-F238E27FC236}">
                <a16:creationId xmlns:a16="http://schemas.microsoft.com/office/drawing/2014/main" xmlns="" id="{B37BC61F-3251-7640-2E0B-E283C14370C0}"/>
              </a:ext>
            </a:extLst>
          </p:cNvPr>
          <p:cNvSpPr txBox="1"/>
          <p:nvPr/>
        </p:nvSpPr>
        <p:spPr>
          <a:xfrm>
            <a:off x="1382501" y="2059943"/>
            <a:ext cx="5518812" cy="3696331"/>
          </a:xfrm>
          <a:prstGeom prst="rect">
            <a:avLst/>
          </a:prstGeom>
          <a:noFill/>
        </p:spPr>
        <p:txBody>
          <a:bodyPr wrap="square"/>
          <a:lstStyle>
            <a:lvl1pPr lvl="0">
              <a:defRPr sz="2800" b="1"/>
            </a:lvl1pPr>
          </a:lstStyle>
          <a:p>
            <a:pPr>
              <a:lnSpc>
                <a:spcPct val="120000"/>
              </a:lnSpc>
            </a:pPr>
            <a:r>
              <a:rPr lang="zh-CN" altLang="en-US" sz="2000" b="0">
                <a:solidFill>
                  <a:srgbClr val="262626"/>
                </a:solidFill>
              </a:rPr>
              <a:t>系统部署与运行环境支持 </a:t>
            </a:r>
            <a:r>
              <a:rPr lang="en-US" altLang="zh-CN" sz="2000" b="0">
                <a:solidFill>
                  <a:srgbClr val="262626"/>
                </a:solidFill>
              </a:rPr>
              <a:t>Docker </a:t>
            </a:r>
            <a:r>
              <a:rPr lang="zh-CN" altLang="en-US" sz="2000" b="0">
                <a:solidFill>
                  <a:srgbClr val="262626"/>
                </a:solidFill>
              </a:rPr>
              <a:t>容器化部署使用 </a:t>
            </a:r>
            <a:r>
              <a:rPr lang="en-US" altLang="zh-CN" sz="2000" b="0">
                <a:solidFill>
                  <a:srgbClr val="262626"/>
                </a:solidFill>
              </a:rPr>
              <a:t>Docker Compose </a:t>
            </a:r>
            <a:r>
              <a:rPr lang="zh-CN" altLang="en-US" sz="2000" b="0">
                <a:solidFill>
                  <a:srgbClr val="262626"/>
                </a:solidFill>
              </a:rPr>
              <a:t>管理服务快速搭建开发与运行环境保证环境一致性与可复现性部署方式符合工程实践要求。</a:t>
            </a:r>
            <a:endParaRPr b="0" dirty="0"/>
          </a:p>
        </p:txBody>
      </p:sp>
      <p:grpSp>
        <p:nvGrpSpPr>
          <p:cNvPr id="312" name="组合 31">
            <a:extLst>
              <a:ext uri="{FF2B5EF4-FFF2-40B4-BE49-F238E27FC236}">
                <a16:creationId xmlns:a16="http://schemas.microsoft.com/office/drawing/2014/main" xmlns="" id="{9CEF5427-1A25-4FF9-2167-DE6E5283760D}"/>
              </a:ext>
            </a:extLst>
          </p:cNvPr>
          <p:cNvGrpSpPr/>
          <p:nvPr/>
        </p:nvGrpSpPr>
        <p:grpSpPr>
          <a:xfrm>
            <a:off x="1501775" y="1004325"/>
            <a:ext cx="4897210" cy="646331"/>
            <a:chOff x="1501775" y="1004325"/>
            <a:chExt cx="4897210" cy="646331"/>
          </a:xfrm>
        </p:grpSpPr>
        <p:sp>
          <p:nvSpPr>
            <p:cNvPr id="313" name="文本框 32">
              <a:extLst>
                <a:ext uri="{FF2B5EF4-FFF2-40B4-BE49-F238E27FC236}">
                  <a16:creationId xmlns:a16="http://schemas.microsoft.com/office/drawing/2014/main" xmlns="" id="{3943DDA6-55B8-15CD-E916-BE2EA7F47B2E}"/>
                </a:ext>
              </a:extLst>
            </p:cNvPr>
            <p:cNvSpPr txBox="1"/>
            <p:nvPr/>
          </p:nvSpPr>
          <p:spPr>
            <a:xfrm>
              <a:off x="1597671" y="1004325"/>
              <a:ext cx="4801314" cy="646331"/>
            </a:xfrm>
            <a:prstGeom prst="rect">
              <a:avLst/>
            </a:prstGeom>
            <a:noFill/>
          </p:spPr>
          <p:txBody>
            <a:bodyPr wrap="none"/>
            <a:lstStyle/>
            <a:p>
              <a:r>
                <a:rPr lang="zh-CN" altLang="en-US" sz="3600" b="1" dirty="0">
                  <a:solidFill>
                    <a:srgbClr val="262626"/>
                  </a:solidFill>
                  <a:latin typeface="微软雅黑"/>
                  <a:ea typeface="微软雅黑"/>
                </a:rPr>
                <a:t>系统部署方式</a:t>
              </a:r>
              <a:endParaRPr dirty="0"/>
            </a:p>
          </p:txBody>
        </p:sp>
        <p:cxnSp>
          <p:nvCxnSpPr>
            <p:cNvPr id="314" name="直接连接符 33">
              <a:extLst>
                <a:ext uri="{FF2B5EF4-FFF2-40B4-BE49-F238E27FC236}">
                  <a16:creationId xmlns:a16="http://schemas.microsoft.com/office/drawing/2014/main" xmlns="" id="{D2F1066E-52F7-7B5B-2601-77947FF668DA}"/>
                </a:ext>
              </a:extLst>
            </p:cNvPr>
            <p:cNvCxnSpPr/>
            <p:nvPr/>
          </p:nvCxnSpPr>
          <p:spPr>
            <a:xfrm>
              <a:off x="1501775" y="1101725"/>
              <a:ext cx="0" cy="455613"/>
            </a:xfrm>
            <a:prstGeom prst="line">
              <a:avLst/>
            </a:prstGeom>
            <a:ln w="63500">
              <a:solidFill>
                <a:schemeClr val="accent1"/>
              </a:solidFill>
              <a:prstDash val="solid"/>
              <a:miter/>
            </a:ln>
          </p:spPr>
        </p:cxnSp>
      </p:grpSp>
      <p:pic>
        <p:nvPicPr>
          <p:cNvPr id="2" name="图片 20">
            <a:extLst>
              <a:ext uri="{FF2B5EF4-FFF2-40B4-BE49-F238E27FC236}">
                <a16:creationId xmlns:a16="http://schemas.microsoft.com/office/drawing/2014/main" xmlns="" id="{375F08F2-31A9-67FE-392A-73F3E187696D}"/>
              </a:ext>
            </a:extLst>
          </p:cNvPr>
          <p:cNvPicPr/>
          <p:nvPr/>
        </p:nvPicPr>
        <p:blipFill rotWithShape="1">
          <a:blip r:embed="rId2"/>
          <a:srcRect l="35626" t="-1" r="33332" b="-1"/>
          <a:stretch/>
        </p:blipFill>
        <p:spPr>
          <a:xfrm flipH="1">
            <a:off x="8407400" y="1"/>
            <a:ext cx="3784600" cy="6857999"/>
          </a:xfrm>
          <a:custGeom>
            <a:avLst/>
            <a:gdLst/>
            <a:ahLst/>
            <a:cxnLst/>
            <a:rect l="l" t="t" r="r" b="b"/>
            <a:pathLst>
              <a:path w="3784600" h="6857999">
                <a:moveTo>
                  <a:pt x="0" y="0"/>
                </a:moveTo>
                <a:lnTo>
                  <a:pt x="3784600" y="0"/>
                </a:lnTo>
                <a:lnTo>
                  <a:pt x="3784600" y="6857999"/>
                </a:lnTo>
                <a:lnTo>
                  <a:pt x="0" y="6857999"/>
                </a:lnTo>
                <a:close/>
              </a:path>
            </a:pathLst>
          </a:custGeom>
        </p:spPr>
      </p:pic>
      <p:sp>
        <p:nvSpPr>
          <p:cNvPr id="6" name="文本框 5">
            <a:extLst>
              <a:ext uri="{FF2B5EF4-FFF2-40B4-BE49-F238E27FC236}">
                <a16:creationId xmlns:a16="http://schemas.microsoft.com/office/drawing/2014/main" xmlns="" id="{92A03270-72D1-9FC7-6579-6B5F0F220EF8}"/>
              </a:ext>
            </a:extLst>
          </p:cNvPr>
          <p:cNvSpPr txBox="1"/>
          <p:nvPr/>
        </p:nvSpPr>
        <p:spPr>
          <a:xfrm>
            <a:off x="1341769" y="5302817"/>
            <a:ext cx="6097604" cy="453457"/>
          </a:xfrm>
          <a:prstGeom prst="rect">
            <a:avLst/>
          </a:prstGeom>
          <a:noFill/>
        </p:spPr>
        <p:txBody>
          <a:bodyPr wrap="square">
            <a:spAutoFit/>
          </a:bodyPr>
          <a:lstStyle/>
          <a:p>
            <a:r>
              <a:rPr lang="zh-CN" altLang="en-US" sz="2000" b="1" dirty="0"/>
              <a:t>Docker编译与部署（见下页幻灯片）</a:t>
            </a:r>
          </a:p>
        </p:txBody>
      </p:sp>
    </p:spTree>
    <p:extLst>
      <p:ext uri="{BB962C8B-B14F-4D97-AF65-F5344CB8AC3E}">
        <p14:creationId xmlns:p14="http://schemas.microsoft.com/office/powerpoint/2010/main" val="485481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1E745EE-7D0B-90AA-BA7A-E6A5D254BDA2}"/>
            </a:ext>
          </a:extLst>
        </p:cNvPr>
        <p:cNvGrpSpPr/>
        <p:nvPr/>
      </p:nvGrpSpPr>
      <p:grpSpPr>
        <a:xfrm>
          <a:off x="0" y="0"/>
          <a:ext cx="0" cy="0"/>
          <a:chOff x="0" y="0"/>
          <a:chExt cx="0" cy="0"/>
        </a:xfrm>
      </p:grpSpPr>
      <p:grpSp>
        <p:nvGrpSpPr>
          <p:cNvPr id="290" name="组合 8">
            <a:extLst>
              <a:ext uri="{FF2B5EF4-FFF2-40B4-BE49-F238E27FC236}">
                <a16:creationId xmlns:a16="http://schemas.microsoft.com/office/drawing/2014/main" xmlns="" id="{4A871056-2EA7-5675-11AD-8605F45E4CFD}"/>
              </a:ext>
            </a:extLst>
          </p:cNvPr>
          <p:cNvGrpSpPr/>
          <p:nvPr/>
        </p:nvGrpSpPr>
        <p:grpSpPr>
          <a:xfrm>
            <a:off x="0" y="0"/>
            <a:ext cx="682171" cy="6858000"/>
            <a:chOff x="0" y="0"/>
            <a:chExt cx="682171" cy="6858000"/>
          </a:xfrm>
        </p:grpSpPr>
        <p:sp>
          <p:nvSpPr>
            <p:cNvPr id="291" name="矩形 9">
              <a:extLst>
                <a:ext uri="{FF2B5EF4-FFF2-40B4-BE49-F238E27FC236}">
                  <a16:creationId xmlns:a16="http://schemas.microsoft.com/office/drawing/2014/main" xmlns="" id="{C3620D2E-D309-93A8-1CDE-A47F64B1BAC2}"/>
                </a:ext>
              </a:extLst>
            </p:cNvPr>
            <p:cNvSpPr/>
            <p:nvPr/>
          </p:nvSpPr>
          <p:spPr>
            <a:xfrm>
              <a:off x="0" y="0"/>
              <a:ext cx="682171" cy="6858000"/>
            </a:xfrm>
            <a:prstGeom prst="rect">
              <a:avLst/>
            </a:prstGeom>
            <a:solidFill>
              <a:schemeClr val="bg1"/>
            </a:solidFill>
            <a:ln>
              <a:noFill/>
            </a:ln>
          </p:spPr>
          <p:txBody>
            <a:bodyPr anchor="ctr"/>
            <a:lstStyle/>
            <a:p>
              <a:pPr algn="ctr"/>
              <a:endParaRPr lang="zh-CN" altLang="zh-CN">
                <a:solidFill>
                  <a:schemeClr val="lt1"/>
                </a:solidFill>
              </a:endParaRPr>
            </a:p>
          </p:txBody>
        </p:sp>
        <p:grpSp>
          <p:nvGrpSpPr>
            <p:cNvPr id="292" name="组合 10">
              <a:extLst>
                <a:ext uri="{FF2B5EF4-FFF2-40B4-BE49-F238E27FC236}">
                  <a16:creationId xmlns:a16="http://schemas.microsoft.com/office/drawing/2014/main" xmlns="" id="{E4359A22-533C-85A6-AE5A-CFDAFA9B7425}"/>
                </a:ext>
              </a:extLst>
            </p:cNvPr>
            <p:cNvGrpSpPr/>
            <p:nvPr/>
          </p:nvGrpSpPr>
          <p:grpSpPr>
            <a:xfrm>
              <a:off x="226785" y="263525"/>
              <a:ext cx="228600" cy="127000"/>
              <a:chOff x="1244600" y="6096000"/>
              <a:chExt cx="228600" cy="127000"/>
            </a:xfrm>
          </p:grpSpPr>
          <p:cxnSp>
            <p:nvCxnSpPr>
              <p:cNvPr id="293" name="直接连接符 14">
                <a:extLst>
                  <a:ext uri="{FF2B5EF4-FFF2-40B4-BE49-F238E27FC236}">
                    <a16:creationId xmlns:a16="http://schemas.microsoft.com/office/drawing/2014/main" xmlns="" id="{47253EE3-ED5D-40F1-595C-FF9DC3538852}"/>
                  </a:ext>
                </a:extLst>
              </p:cNvPr>
              <p:cNvCxnSpPr/>
              <p:nvPr/>
            </p:nvCxnSpPr>
            <p:spPr>
              <a:xfrm>
                <a:off x="1244600" y="6096000"/>
                <a:ext cx="228600" cy="0"/>
              </a:xfrm>
              <a:prstGeom prst="line">
                <a:avLst/>
              </a:prstGeom>
              <a:ln w="25400">
                <a:solidFill>
                  <a:schemeClr val="tx1">
                    <a:lumMod val="75000"/>
                    <a:lumOff val="25000"/>
                  </a:schemeClr>
                </a:solidFill>
                <a:prstDash val="solid"/>
                <a:miter/>
              </a:ln>
            </p:spPr>
          </p:cxnSp>
          <p:cxnSp>
            <p:nvCxnSpPr>
              <p:cNvPr id="294" name="直接连接符 15">
                <a:extLst>
                  <a:ext uri="{FF2B5EF4-FFF2-40B4-BE49-F238E27FC236}">
                    <a16:creationId xmlns:a16="http://schemas.microsoft.com/office/drawing/2014/main" xmlns="" id="{DDEBFE1B-BBD1-26C6-F10F-0401BE943E5E}"/>
                  </a:ext>
                </a:extLst>
              </p:cNvPr>
              <p:cNvCxnSpPr/>
              <p:nvPr/>
            </p:nvCxnSpPr>
            <p:spPr>
              <a:xfrm>
                <a:off x="1244600" y="6159500"/>
                <a:ext cx="228600" cy="0"/>
              </a:xfrm>
              <a:prstGeom prst="line">
                <a:avLst/>
              </a:prstGeom>
              <a:ln w="25400">
                <a:solidFill>
                  <a:schemeClr val="tx1">
                    <a:lumMod val="75000"/>
                    <a:lumOff val="25000"/>
                  </a:schemeClr>
                </a:solidFill>
                <a:prstDash val="solid"/>
                <a:miter/>
              </a:ln>
            </p:spPr>
          </p:cxnSp>
          <p:cxnSp>
            <p:nvCxnSpPr>
              <p:cNvPr id="295" name="直接连接符 16">
                <a:extLst>
                  <a:ext uri="{FF2B5EF4-FFF2-40B4-BE49-F238E27FC236}">
                    <a16:creationId xmlns:a16="http://schemas.microsoft.com/office/drawing/2014/main" xmlns="" id="{9A7490E5-E998-C2E6-E008-A80633EA1677}"/>
                  </a:ext>
                </a:extLst>
              </p:cNvPr>
              <p:cNvCxnSpPr/>
              <p:nvPr/>
            </p:nvCxnSpPr>
            <p:spPr>
              <a:xfrm>
                <a:off x="1244600" y="6223000"/>
                <a:ext cx="228600" cy="0"/>
              </a:xfrm>
              <a:prstGeom prst="line">
                <a:avLst/>
              </a:prstGeom>
              <a:ln w="25400">
                <a:solidFill>
                  <a:schemeClr val="tx1">
                    <a:lumMod val="75000"/>
                    <a:lumOff val="25000"/>
                  </a:schemeClr>
                </a:solidFill>
                <a:prstDash val="solid"/>
                <a:miter/>
              </a:ln>
            </p:spPr>
          </p:cxnSp>
        </p:grpSp>
        <p:cxnSp>
          <p:nvCxnSpPr>
            <p:cNvPr id="296" name="直接连接符 11">
              <a:extLst>
                <a:ext uri="{FF2B5EF4-FFF2-40B4-BE49-F238E27FC236}">
                  <a16:creationId xmlns:a16="http://schemas.microsoft.com/office/drawing/2014/main" xmlns="" id="{13642730-CF4A-8EB6-7A11-70C3DBC5F9B5}"/>
                </a:ext>
              </a:extLst>
            </p:cNvPr>
            <p:cNvCxnSpPr/>
            <p:nvPr/>
          </p:nvCxnSpPr>
          <p:spPr>
            <a:xfrm flipV="1">
              <a:off x="341085" y="5881688"/>
              <a:ext cx="0" cy="435769"/>
            </a:xfrm>
            <a:prstGeom prst="line">
              <a:avLst/>
            </a:prstGeom>
            <a:ln w="3175">
              <a:solidFill>
                <a:schemeClr val="tx1">
                  <a:lumMod val="75000"/>
                  <a:lumOff val="25000"/>
                </a:schemeClr>
              </a:solidFill>
              <a:prstDash val="solid"/>
              <a:miter/>
            </a:ln>
          </p:spPr>
        </p:cxnSp>
        <p:sp>
          <p:nvSpPr>
            <p:cNvPr id="297" name="文本框 12">
              <a:extLst>
                <a:ext uri="{FF2B5EF4-FFF2-40B4-BE49-F238E27FC236}">
                  <a16:creationId xmlns:a16="http://schemas.microsoft.com/office/drawing/2014/main" xmlns="" id="{9432B5F7-4001-E555-A8EB-67B274B4CFAB}"/>
                </a:ext>
              </a:extLst>
            </p:cNvPr>
            <p:cNvSpPr txBox="1"/>
            <p:nvPr/>
          </p:nvSpPr>
          <p:spPr>
            <a:xfrm>
              <a:off x="182227" y="6400800"/>
              <a:ext cx="317716" cy="261610"/>
            </a:xfrm>
            <a:prstGeom prst="rect">
              <a:avLst/>
            </a:prstGeom>
            <a:noFill/>
          </p:spPr>
          <p:txBody>
            <a:bodyPr wrap="none"/>
            <a:lstStyle/>
            <a:p>
              <a:pPr algn="ctr"/>
              <a:r>
                <a:rPr lang="en-US" altLang="en-US" sz="1050" dirty="0">
                  <a:latin typeface="微软雅黑 Light"/>
                  <a:ea typeface="微软雅黑 Light"/>
                </a:rPr>
                <a:t>16</a:t>
              </a:r>
              <a:endParaRPr lang="zh-CN" altLang="zh-CN" sz="1050" dirty="0">
                <a:latin typeface="微软雅黑 Light"/>
                <a:ea typeface="微软雅黑 Light"/>
              </a:endParaRPr>
            </a:p>
          </p:txBody>
        </p:sp>
        <p:cxnSp>
          <p:nvCxnSpPr>
            <p:cNvPr id="298" name="直接连接符 13">
              <a:extLst>
                <a:ext uri="{FF2B5EF4-FFF2-40B4-BE49-F238E27FC236}">
                  <a16:creationId xmlns:a16="http://schemas.microsoft.com/office/drawing/2014/main" xmlns="" id="{2E74DD72-C6AF-F02A-7DA8-CDF55BA7A6FE}"/>
                </a:ext>
              </a:extLst>
            </p:cNvPr>
            <p:cNvCxnSpPr/>
            <p:nvPr/>
          </p:nvCxnSpPr>
          <p:spPr>
            <a:xfrm flipV="1">
              <a:off x="341085" y="522288"/>
              <a:ext cx="0" cy="435769"/>
            </a:xfrm>
            <a:prstGeom prst="line">
              <a:avLst/>
            </a:prstGeom>
            <a:ln w="3175">
              <a:solidFill>
                <a:schemeClr val="tx1">
                  <a:lumMod val="75000"/>
                  <a:lumOff val="25000"/>
                </a:schemeClr>
              </a:solidFill>
              <a:prstDash val="solid"/>
              <a:miter/>
            </a:ln>
          </p:spPr>
        </p:cxnSp>
      </p:grpSp>
      <p:sp>
        <p:nvSpPr>
          <p:cNvPr id="299" name="矩形 21">
            <a:extLst>
              <a:ext uri="{FF2B5EF4-FFF2-40B4-BE49-F238E27FC236}">
                <a16:creationId xmlns:a16="http://schemas.microsoft.com/office/drawing/2014/main" xmlns="" id="{123F8205-EC8F-26FB-3815-F8252B0E8959}"/>
              </a:ext>
            </a:extLst>
          </p:cNvPr>
          <p:cNvSpPr/>
          <p:nvPr/>
        </p:nvSpPr>
        <p:spPr>
          <a:xfrm>
            <a:off x="12115800" y="0"/>
            <a:ext cx="76200" cy="6858000"/>
          </a:xfrm>
          <a:prstGeom prst="rect">
            <a:avLst/>
          </a:prstGeom>
          <a:solidFill>
            <a:schemeClr val="accent1"/>
          </a:solidFill>
          <a:ln>
            <a:noFill/>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ctr"/>
            <a:endParaRPr lang="zh-CN" altLang="zh-CN">
              <a:solidFill>
                <a:schemeClr val="lt1"/>
              </a:solidFill>
            </a:endParaRPr>
          </a:p>
        </p:txBody>
      </p:sp>
      <p:pic>
        <p:nvPicPr>
          <p:cNvPr id="4" name="图片 3">
            <a:extLst>
              <a:ext uri="{FF2B5EF4-FFF2-40B4-BE49-F238E27FC236}">
                <a16:creationId xmlns:a16="http://schemas.microsoft.com/office/drawing/2014/main" xmlns="" id="{B9802259-F570-FDB4-74B4-261DD9B703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767" y="0"/>
            <a:ext cx="11188033" cy="6858000"/>
          </a:xfrm>
          <a:prstGeom prst="rect">
            <a:avLst/>
          </a:prstGeom>
        </p:spPr>
      </p:pic>
    </p:spTree>
    <p:extLst>
      <p:ext uri="{BB962C8B-B14F-4D97-AF65-F5344CB8AC3E}">
        <p14:creationId xmlns:p14="http://schemas.microsoft.com/office/powerpoint/2010/main" val="1802450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26EF9C9-51B7-C6C6-4FEF-01B7DE05F30A}"/>
            </a:ext>
          </a:extLst>
        </p:cNvPr>
        <p:cNvGrpSpPr/>
        <p:nvPr/>
      </p:nvGrpSpPr>
      <p:grpSpPr>
        <a:xfrm>
          <a:off x="0" y="0"/>
          <a:ext cx="0" cy="0"/>
          <a:chOff x="0" y="0"/>
          <a:chExt cx="0" cy="0"/>
        </a:xfrm>
      </p:grpSpPr>
      <p:pic>
        <p:nvPicPr>
          <p:cNvPr id="123" name="图片 20">
            <a:extLst>
              <a:ext uri="{FF2B5EF4-FFF2-40B4-BE49-F238E27FC236}">
                <a16:creationId xmlns:a16="http://schemas.microsoft.com/office/drawing/2014/main" xmlns="" id="{C3891969-F980-58C9-C7FD-A9C8B5ACA61B}"/>
              </a:ext>
            </a:extLst>
          </p:cNvPr>
          <p:cNvPicPr/>
          <p:nvPr/>
        </p:nvPicPr>
        <p:blipFill rotWithShape="1">
          <a:blip r:embed="rId2"/>
          <a:srcRect t="3673" b="3673"/>
          <a:stretch/>
        </p:blipFill>
        <p:spPr>
          <a:xfrm flipH="1">
            <a:off x="-2" y="0"/>
            <a:ext cx="12191999" cy="6858000"/>
          </a:xfrm>
          <a:custGeom>
            <a:avLst/>
            <a:gdLst/>
            <a:ahLst/>
            <a:cxnLst/>
            <a:rect l="l" t="t" r="r" b="b"/>
            <a:pathLst>
              <a:path w="12191999" h="6858000">
                <a:moveTo>
                  <a:pt x="0" y="0"/>
                </a:moveTo>
                <a:lnTo>
                  <a:pt x="12191999" y="0"/>
                </a:lnTo>
                <a:lnTo>
                  <a:pt x="12191999" y="6858000"/>
                </a:lnTo>
                <a:lnTo>
                  <a:pt x="0" y="6858000"/>
                </a:lnTo>
                <a:close/>
              </a:path>
            </a:pathLst>
          </a:custGeom>
        </p:spPr>
      </p:pic>
      <p:grpSp>
        <p:nvGrpSpPr>
          <p:cNvPr id="124" name="组合 8">
            <a:extLst>
              <a:ext uri="{FF2B5EF4-FFF2-40B4-BE49-F238E27FC236}">
                <a16:creationId xmlns:a16="http://schemas.microsoft.com/office/drawing/2014/main" xmlns="" id="{1829D20F-FCDE-886B-7438-54E2DDE5F188}"/>
              </a:ext>
            </a:extLst>
          </p:cNvPr>
          <p:cNvGrpSpPr/>
          <p:nvPr/>
        </p:nvGrpSpPr>
        <p:grpSpPr>
          <a:xfrm>
            <a:off x="0" y="0"/>
            <a:ext cx="682171" cy="6858000"/>
            <a:chOff x="0" y="0"/>
            <a:chExt cx="682171" cy="6858000"/>
          </a:xfrm>
        </p:grpSpPr>
        <p:sp>
          <p:nvSpPr>
            <p:cNvPr id="125" name="矩形 9">
              <a:extLst>
                <a:ext uri="{FF2B5EF4-FFF2-40B4-BE49-F238E27FC236}">
                  <a16:creationId xmlns:a16="http://schemas.microsoft.com/office/drawing/2014/main" xmlns="" id="{3F53F3BF-95B2-A7FD-24B6-E5701A6B7277}"/>
                </a:ext>
              </a:extLst>
            </p:cNvPr>
            <p:cNvSpPr/>
            <p:nvPr/>
          </p:nvSpPr>
          <p:spPr>
            <a:xfrm>
              <a:off x="0" y="0"/>
              <a:ext cx="682171" cy="6858000"/>
            </a:xfrm>
            <a:prstGeom prst="rect">
              <a:avLst/>
            </a:prstGeom>
            <a:solidFill>
              <a:schemeClr val="bg1"/>
            </a:solidFill>
            <a:ln>
              <a:noFill/>
            </a:ln>
          </p:spPr>
          <p:txBody>
            <a:bodyPr anchor="ctr"/>
            <a:lstStyle/>
            <a:p>
              <a:pPr algn="ctr"/>
              <a:endParaRPr lang="zh-CN" altLang="zh-CN">
                <a:solidFill>
                  <a:schemeClr val="lt1"/>
                </a:solidFill>
              </a:endParaRPr>
            </a:p>
          </p:txBody>
        </p:sp>
        <p:grpSp>
          <p:nvGrpSpPr>
            <p:cNvPr id="126" name="组合 10">
              <a:extLst>
                <a:ext uri="{FF2B5EF4-FFF2-40B4-BE49-F238E27FC236}">
                  <a16:creationId xmlns:a16="http://schemas.microsoft.com/office/drawing/2014/main" xmlns="" id="{DC93072B-59D8-999E-B19B-FCAB4F2FD4DE}"/>
                </a:ext>
              </a:extLst>
            </p:cNvPr>
            <p:cNvGrpSpPr/>
            <p:nvPr/>
          </p:nvGrpSpPr>
          <p:grpSpPr>
            <a:xfrm>
              <a:off x="226785" y="263525"/>
              <a:ext cx="228600" cy="127000"/>
              <a:chOff x="1244600" y="6096000"/>
              <a:chExt cx="228600" cy="127000"/>
            </a:xfrm>
          </p:grpSpPr>
          <p:cxnSp>
            <p:nvCxnSpPr>
              <p:cNvPr id="127" name="直接连接符 14">
                <a:extLst>
                  <a:ext uri="{FF2B5EF4-FFF2-40B4-BE49-F238E27FC236}">
                    <a16:creationId xmlns:a16="http://schemas.microsoft.com/office/drawing/2014/main" xmlns="" id="{EF536BF3-4C83-E983-047F-8F28B9B285AA}"/>
                  </a:ext>
                </a:extLst>
              </p:cNvPr>
              <p:cNvCxnSpPr/>
              <p:nvPr/>
            </p:nvCxnSpPr>
            <p:spPr>
              <a:xfrm>
                <a:off x="1244600" y="6096000"/>
                <a:ext cx="228600" cy="0"/>
              </a:xfrm>
              <a:prstGeom prst="line">
                <a:avLst/>
              </a:prstGeom>
              <a:ln w="25400">
                <a:solidFill>
                  <a:schemeClr val="tx1">
                    <a:lumMod val="75000"/>
                    <a:lumOff val="25000"/>
                  </a:schemeClr>
                </a:solidFill>
                <a:prstDash val="solid"/>
                <a:miter/>
              </a:ln>
            </p:spPr>
          </p:cxnSp>
          <p:cxnSp>
            <p:nvCxnSpPr>
              <p:cNvPr id="128" name="直接连接符 15">
                <a:extLst>
                  <a:ext uri="{FF2B5EF4-FFF2-40B4-BE49-F238E27FC236}">
                    <a16:creationId xmlns:a16="http://schemas.microsoft.com/office/drawing/2014/main" xmlns="" id="{A6573359-C93D-8622-A535-80C3137EC010}"/>
                  </a:ext>
                </a:extLst>
              </p:cNvPr>
              <p:cNvCxnSpPr/>
              <p:nvPr/>
            </p:nvCxnSpPr>
            <p:spPr>
              <a:xfrm>
                <a:off x="1244600" y="6159500"/>
                <a:ext cx="228600" cy="0"/>
              </a:xfrm>
              <a:prstGeom prst="line">
                <a:avLst/>
              </a:prstGeom>
              <a:ln w="25400">
                <a:solidFill>
                  <a:schemeClr val="tx1">
                    <a:lumMod val="75000"/>
                    <a:lumOff val="25000"/>
                  </a:schemeClr>
                </a:solidFill>
                <a:prstDash val="solid"/>
                <a:miter/>
              </a:ln>
            </p:spPr>
          </p:cxnSp>
          <p:cxnSp>
            <p:nvCxnSpPr>
              <p:cNvPr id="129" name="直接连接符 16">
                <a:extLst>
                  <a:ext uri="{FF2B5EF4-FFF2-40B4-BE49-F238E27FC236}">
                    <a16:creationId xmlns:a16="http://schemas.microsoft.com/office/drawing/2014/main" xmlns="" id="{8BEDDAD7-0F3D-E17E-4552-EFDA99B881B1}"/>
                  </a:ext>
                </a:extLst>
              </p:cNvPr>
              <p:cNvCxnSpPr/>
              <p:nvPr/>
            </p:nvCxnSpPr>
            <p:spPr>
              <a:xfrm>
                <a:off x="1244600" y="6223000"/>
                <a:ext cx="228600" cy="0"/>
              </a:xfrm>
              <a:prstGeom prst="line">
                <a:avLst/>
              </a:prstGeom>
              <a:ln w="25400">
                <a:solidFill>
                  <a:schemeClr val="tx1">
                    <a:lumMod val="75000"/>
                    <a:lumOff val="25000"/>
                  </a:schemeClr>
                </a:solidFill>
                <a:prstDash val="solid"/>
                <a:miter/>
              </a:ln>
            </p:spPr>
          </p:cxnSp>
        </p:grpSp>
        <p:cxnSp>
          <p:nvCxnSpPr>
            <p:cNvPr id="130" name="直接连接符 11">
              <a:extLst>
                <a:ext uri="{FF2B5EF4-FFF2-40B4-BE49-F238E27FC236}">
                  <a16:creationId xmlns:a16="http://schemas.microsoft.com/office/drawing/2014/main" xmlns="" id="{8EE72959-04C9-DBC5-294B-CE0C6D9A7DDC}"/>
                </a:ext>
              </a:extLst>
            </p:cNvPr>
            <p:cNvCxnSpPr/>
            <p:nvPr/>
          </p:nvCxnSpPr>
          <p:spPr>
            <a:xfrm flipV="1">
              <a:off x="341085" y="5881688"/>
              <a:ext cx="0" cy="435769"/>
            </a:xfrm>
            <a:prstGeom prst="line">
              <a:avLst/>
            </a:prstGeom>
            <a:ln w="3175">
              <a:solidFill>
                <a:schemeClr val="tx1">
                  <a:lumMod val="75000"/>
                  <a:lumOff val="25000"/>
                </a:schemeClr>
              </a:solidFill>
              <a:prstDash val="solid"/>
              <a:miter/>
            </a:ln>
          </p:spPr>
        </p:cxnSp>
        <p:sp>
          <p:nvSpPr>
            <p:cNvPr id="131" name="文本框 12">
              <a:extLst>
                <a:ext uri="{FF2B5EF4-FFF2-40B4-BE49-F238E27FC236}">
                  <a16:creationId xmlns:a16="http://schemas.microsoft.com/office/drawing/2014/main" xmlns="" id="{A3255DCC-4742-5AF7-DB41-9D6729004F1D}"/>
                </a:ext>
              </a:extLst>
            </p:cNvPr>
            <p:cNvSpPr txBox="1"/>
            <p:nvPr/>
          </p:nvSpPr>
          <p:spPr>
            <a:xfrm>
              <a:off x="182227" y="6400800"/>
              <a:ext cx="317716" cy="261610"/>
            </a:xfrm>
            <a:prstGeom prst="rect">
              <a:avLst/>
            </a:prstGeom>
            <a:noFill/>
          </p:spPr>
          <p:txBody>
            <a:bodyPr wrap="none"/>
            <a:lstStyle/>
            <a:p>
              <a:pPr algn="ctr"/>
              <a:r>
                <a:rPr lang="en-US" altLang="en-US" sz="1050" dirty="0">
                  <a:latin typeface="微软雅黑 Light"/>
                  <a:ea typeface="微软雅黑 Light"/>
                </a:rPr>
                <a:t>17</a:t>
              </a:r>
              <a:endParaRPr lang="zh-CN" altLang="zh-CN" sz="1050" dirty="0">
                <a:latin typeface="微软雅黑 Light"/>
                <a:ea typeface="微软雅黑 Light"/>
              </a:endParaRPr>
            </a:p>
          </p:txBody>
        </p:sp>
        <p:cxnSp>
          <p:nvCxnSpPr>
            <p:cNvPr id="132" name="直接连接符 13">
              <a:extLst>
                <a:ext uri="{FF2B5EF4-FFF2-40B4-BE49-F238E27FC236}">
                  <a16:creationId xmlns:a16="http://schemas.microsoft.com/office/drawing/2014/main" xmlns="" id="{03164371-0D04-F7C2-CD7F-21FB43DDF979}"/>
                </a:ext>
              </a:extLst>
            </p:cNvPr>
            <p:cNvCxnSpPr/>
            <p:nvPr/>
          </p:nvCxnSpPr>
          <p:spPr>
            <a:xfrm flipV="1">
              <a:off x="341085" y="522288"/>
              <a:ext cx="0" cy="435769"/>
            </a:xfrm>
            <a:prstGeom prst="line">
              <a:avLst/>
            </a:prstGeom>
            <a:ln w="3175">
              <a:solidFill>
                <a:schemeClr val="tx1">
                  <a:lumMod val="75000"/>
                  <a:lumOff val="25000"/>
                </a:schemeClr>
              </a:solidFill>
              <a:prstDash val="solid"/>
              <a:miter/>
            </a:ln>
          </p:spPr>
        </p:cxnSp>
      </p:grpSp>
      <p:sp>
        <p:nvSpPr>
          <p:cNvPr id="133" name="矩形 21">
            <a:extLst>
              <a:ext uri="{FF2B5EF4-FFF2-40B4-BE49-F238E27FC236}">
                <a16:creationId xmlns:a16="http://schemas.microsoft.com/office/drawing/2014/main" xmlns="" id="{D542FFA2-2DE6-6C85-C0AD-1F9BAE34EE58}"/>
              </a:ext>
            </a:extLst>
          </p:cNvPr>
          <p:cNvSpPr/>
          <p:nvPr/>
        </p:nvSpPr>
        <p:spPr>
          <a:xfrm>
            <a:off x="12115800" y="0"/>
            <a:ext cx="76200" cy="6858000"/>
          </a:xfrm>
          <a:prstGeom prst="rect">
            <a:avLst/>
          </a:prstGeom>
          <a:solidFill>
            <a:schemeClr val="accent1"/>
          </a:solidFill>
          <a:ln>
            <a:noFill/>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ctr"/>
            <a:endParaRPr lang="zh-CN" altLang="zh-CN">
              <a:solidFill>
                <a:schemeClr val="lt1"/>
              </a:solidFill>
            </a:endParaRPr>
          </a:p>
        </p:txBody>
      </p:sp>
      <p:sp>
        <p:nvSpPr>
          <p:cNvPr id="134" name="任意多边形: 形状 22">
            <a:extLst>
              <a:ext uri="{FF2B5EF4-FFF2-40B4-BE49-F238E27FC236}">
                <a16:creationId xmlns:a16="http://schemas.microsoft.com/office/drawing/2014/main" xmlns="" id="{8AEF6613-E385-53D6-96D6-ADBADF73AB54}"/>
              </a:ext>
            </a:extLst>
          </p:cNvPr>
          <p:cNvSpPr/>
          <p:nvPr/>
        </p:nvSpPr>
        <p:spPr>
          <a:xfrm>
            <a:off x="1487488" y="2032000"/>
            <a:ext cx="5522911" cy="4826000"/>
          </a:xfrm>
          <a:custGeom>
            <a:avLst/>
            <a:gdLst/>
            <a:ahLst/>
            <a:cxnLst/>
            <a:rect l="l" t="t" r="r" b="b"/>
            <a:pathLst>
              <a:path w="5522911" h="4826000">
                <a:moveTo>
                  <a:pt x="0" y="0"/>
                </a:moveTo>
                <a:lnTo>
                  <a:pt x="5522911" y="0"/>
                </a:lnTo>
                <a:lnTo>
                  <a:pt x="5522911" y="4826000"/>
                </a:lnTo>
                <a:lnTo>
                  <a:pt x="0" y="4826000"/>
                </a:lnTo>
                <a:lnTo>
                  <a:pt x="0" y="0"/>
                </a:lnTo>
                <a:close/>
              </a:path>
            </a:pathLst>
          </a:custGeom>
          <a:solidFill>
            <a:schemeClr val="bg1">
              <a:alpha val="89000"/>
            </a:schemeClr>
          </a:solidFill>
          <a:ln>
            <a:noFill/>
          </a:ln>
        </p:spPr>
        <p:txBody>
          <a:bodyPr wrap="square"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ctr"/>
            <a:endParaRPr lang="zh-CN" altLang="zh-CN">
              <a:solidFill>
                <a:srgbClr val="FFFFFF"/>
              </a:solidFill>
              <a:latin typeface="Arial"/>
              <a:ea typeface="微软雅黑"/>
            </a:endParaRPr>
          </a:p>
        </p:txBody>
      </p:sp>
      <p:grpSp>
        <p:nvGrpSpPr>
          <p:cNvPr id="137" name="组合 25">
            <a:extLst>
              <a:ext uri="{FF2B5EF4-FFF2-40B4-BE49-F238E27FC236}">
                <a16:creationId xmlns:a16="http://schemas.microsoft.com/office/drawing/2014/main" xmlns="" id="{A33D9AB0-FB9F-E81C-1C23-F90E3CC920C2}"/>
              </a:ext>
            </a:extLst>
          </p:cNvPr>
          <p:cNvGrpSpPr/>
          <p:nvPr/>
        </p:nvGrpSpPr>
        <p:grpSpPr>
          <a:xfrm>
            <a:off x="1501775" y="1004325"/>
            <a:ext cx="4897210" cy="646331"/>
            <a:chOff x="1501775" y="1004325"/>
            <a:chExt cx="4897210" cy="646331"/>
          </a:xfrm>
        </p:grpSpPr>
        <p:sp>
          <p:nvSpPr>
            <p:cNvPr id="138" name="文本框 26">
              <a:extLst>
                <a:ext uri="{FF2B5EF4-FFF2-40B4-BE49-F238E27FC236}">
                  <a16:creationId xmlns:a16="http://schemas.microsoft.com/office/drawing/2014/main" xmlns="" id="{E0286908-7323-ADBE-C5F4-2F00D1ED339D}"/>
                </a:ext>
              </a:extLst>
            </p:cNvPr>
            <p:cNvSpPr txBox="1"/>
            <p:nvPr/>
          </p:nvSpPr>
          <p:spPr>
            <a:xfrm>
              <a:off x="1597671" y="1004325"/>
              <a:ext cx="4801314" cy="646331"/>
            </a:xfrm>
            <a:prstGeom prst="rect">
              <a:avLst/>
            </a:prstGeom>
            <a:noFill/>
          </p:spPr>
          <p:txBody>
            <a:bodyPr wrap="none"/>
            <a:lstStyle/>
            <a:p>
              <a:r>
                <a:rPr lang="zh-CN" altLang="en-US" sz="3600" b="1" dirty="0">
                  <a:solidFill>
                    <a:srgbClr val="262626"/>
                  </a:solidFill>
                  <a:latin typeface="微软雅黑"/>
                  <a:ea typeface="微软雅黑"/>
                </a:rPr>
                <a:t>项目特点与亮点</a:t>
              </a:r>
              <a:endParaRPr lang="zh-CN" altLang="en-US" dirty="0"/>
            </a:p>
          </p:txBody>
        </p:sp>
        <p:cxnSp>
          <p:nvCxnSpPr>
            <p:cNvPr id="139" name="直接连接符 27">
              <a:extLst>
                <a:ext uri="{FF2B5EF4-FFF2-40B4-BE49-F238E27FC236}">
                  <a16:creationId xmlns:a16="http://schemas.microsoft.com/office/drawing/2014/main" xmlns="" id="{8C3A58F8-381B-14A8-A1D1-0392CE6E354E}"/>
                </a:ext>
              </a:extLst>
            </p:cNvPr>
            <p:cNvCxnSpPr/>
            <p:nvPr/>
          </p:nvCxnSpPr>
          <p:spPr>
            <a:xfrm>
              <a:off x="1501775" y="1101725"/>
              <a:ext cx="0" cy="455613"/>
            </a:xfrm>
            <a:prstGeom prst="line">
              <a:avLst/>
            </a:prstGeom>
            <a:ln w="63500">
              <a:solidFill>
                <a:schemeClr val="accent1"/>
              </a:solidFill>
              <a:prstDash val="solid"/>
              <a:miter/>
            </a:ln>
          </p:spPr>
        </p:cxnSp>
      </p:grpSp>
      <p:sp>
        <p:nvSpPr>
          <p:cNvPr id="3" name="文本框 2">
            <a:extLst>
              <a:ext uri="{FF2B5EF4-FFF2-40B4-BE49-F238E27FC236}">
                <a16:creationId xmlns:a16="http://schemas.microsoft.com/office/drawing/2014/main" xmlns="" id="{2171B79F-E3FB-033C-3B84-765DED63EB93}"/>
              </a:ext>
            </a:extLst>
          </p:cNvPr>
          <p:cNvSpPr txBox="1"/>
          <p:nvPr/>
        </p:nvSpPr>
        <p:spPr>
          <a:xfrm>
            <a:off x="1775863" y="3027573"/>
            <a:ext cx="5125450" cy="2854115"/>
          </a:xfrm>
          <a:prstGeom prst="rect">
            <a:avLst/>
          </a:prstGeom>
          <a:noFill/>
        </p:spPr>
        <p:txBody>
          <a:bodyPr wrap="square">
            <a:spAutoFit/>
          </a:bodyPr>
          <a:lstStyle/>
          <a:p>
            <a:pPr>
              <a:buNone/>
            </a:pPr>
            <a:r>
              <a:rPr lang="zh-CN" altLang="en-US" sz="2000" b="1" dirty="0"/>
              <a:t>项目特点与工程亮点</a:t>
            </a:r>
            <a:endParaRPr lang="zh-CN" altLang="en-US" sz="2000" dirty="0"/>
          </a:p>
          <a:p>
            <a:pPr>
              <a:buFont typeface="Arial" panose="020B0604020202020204" pitchFamily="34" charset="0"/>
              <a:buChar char="•"/>
            </a:pPr>
            <a:r>
              <a:rPr lang="zh-CN" altLang="en-US" sz="2000" dirty="0"/>
              <a:t>前后端分离，系统结构清晰</a:t>
            </a:r>
          </a:p>
          <a:p>
            <a:pPr>
              <a:buFont typeface="Arial" panose="020B0604020202020204" pitchFamily="34" charset="0"/>
              <a:buChar char="•"/>
            </a:pPr>
            <a:r>
              <a:rPr lang="zh-CN" altLang="en-US" sz="2000" dirty="0"/>
              <a:t>核心功能完整，逻辑闭环</a:t>
            </a:r>
          </a:p>
          <a:p>
            <a:pPr>
              <a:buFont typeface="Arial" panose="020B0604020202020204" pitchFamily="34" charset="0"/>
              <a:buChar char="•"/>
            </a:pPr>
            <a:r>
              <a:rPr lang="zh-CN" altLang="en-US" sz="2000" dirty="0"/>
              <a:t>用户数据本地可控，安全性高</a:t>
            </a:r>
          </a:p>
          <a:p>
            <a:pPr>
              <a:buFont typeface="Arial" panose="020B0604020202020204" pitchFamily="34" charset="0"/>
              <a:buChar char="•"/>
            </a:pPr>
            <a:r>
              <a:rPr lang="zh-CN" altLang="en-US" sz="2000" dirty="0"/>
              <a:t>具备良好的扩展性与维护性</a:t>
            </a:r>
          </a:p>
          <a:p>
            <a:pPr>
              <a:buNone/>
            </a:pPr>
            <a:r>
              <a:rPr lang="zh-CN" altLang="en-US" sz="2000" dirty="0"/>
              <a:t>项目完整覆盖了一个 </a:t>
            </a:r>
            <a:r>
              <a:rPr lang="en-US" altLang="zh-CN" sz="2000" dirty="0"/>
              <a:t>Web </a:t>
            </a:r>
            <a:r>
              <a:rPr lang="zh-CN" altLang="en-US" sz="2000" dirty="0"/>
              <a:t>系统的基本工程流程。</a:t>
            </a:r>
          </a:p>
        </p:txBody>
      </p:sp>
    </p:spTree>
    <p:extLst>
      <p:ext uri="{BB962C8B-B14F-4D97-AF65-F5344CB8AC3E}">
        <p14:creationId xmlns:p14="http://schemas.microsoft.com/office/powerpoint/2010/main" val="2178204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29000">
              <a:schemeClr val="bg1">
                <a:lumMod val="95000"/>
              </a:schemeClr>
            </a:gs>
            <a:gs pos="97000">
              <a:schemeClr val="bg1">
                <a:lumMod val="90000"/>
              </a:scheme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391" name="矩形 42"/>
          <p:cNvSpPr/>
          <p:nvPr/>
        </p:nvSpPr>
        <p:spPr>
          <a:xfrm>
            <a:off x="12115800" y="0"/>
            <a:ext cx="76200" cy="6858000"/>
          </a:xfrm>
          <a:prstGeom prst="rect">
            <a:avLst/>
          </a:prstGeom>
          <a:solidFill>
            <a:schemeClr val="accent1"/>
          </a:solidFill>
          <a:ln>
            <a:noFill/>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marL="0" lvl="0" indent="0" algn="ctr" defTabSz="914400">
              <a:lnSpc>
                <a:spcPct val="100000"/>
              </a:lnSpc>
              <a:spcBef>
                <a:spcPts val="0"/>
              </a:spcBef>
              <a:spcAft>
                <a:spcPts val="0"/>
              </a:spcAft>
              <a:buClrTx/>
              <a:buSzTx/>
              <a:buFontTx/>
              <a:buNone/>
            </a:pPr>
            <a:endParaRPr lang="zh-CN" altLang="zh-CN" sz="1800" b="0" i="0" u="none" strike="noStrike" kern="1200" spc="0" baseline="0">
              <a:solidFill>
                <a:srgbClr val="FFFFFF"/>
              </a:solidFill>
              <a:latin typeface="Arial"/>
              <a:ea typeface="微软雅黑"/>
            </a:endParaRPr>
          </a:p>
        </p:txBody>
      </p:sp>
      <p:grpSp>
        <p:nvGrpSpPr>
          <p:cNvPr id="392" name="组合 118"/>
          <p:cNvGrpSpPr/>
          <p:nvPr/>
        </p:nvGrpSpPr>
        <p:grpSpPr>
          <a:xfrm>
            <a:off x="0" y="0"/>
            <a:ext cx="682171" cy="6858000"/>
            <a:chOff x="0" y="0"/>
            <a:chExt cx="682171" cy="6858000"/>
          </a:xfrm>
        </p:grpSpPr>
        <p:sp>
          <p:nvSpPr>
            <p:cNvPr id="393" name="矩形 119"/>
            <p:cNvSpPr/>
            <p:nvPr/>
          </p:nvSpPr>
          <p:spPr>
            <a:xfrm>
              <a:off x="0" y="0"/>
              <a:ext cx="682171" cy="6858000"/>
            </a:xfrm>
            <a:prstGeom prst="rect">
              <a:avLst/>
            </a:prstGeom>
            <a:solidFill>
              <a:schemeClr val="bg1"/>
            </a:solidFill>
            <a:ln>
              <a:noFill/>
            </a:ln>
          </p:spPr>
          <p:txBody>
            <a:bodyPr anchor="ctr"/>
            <a:lstStyle/>
            <a:p>
              <a:pPr marL="0" lvl="0" indent="0" algn="ctr" defTabSz="914400">
                <a:lnSpc>
                  <a:spcPct val="100000"/>
                </a:lnSpc>
                <a:spcBef>
                  <a:spcPts val="0"/>
                </a:spcBef>
                <a:spcAft>
                  <a:spcPts val="0"/>
                </a:spcAft>
                <a:buClrTx/>
                <a:buSzTx/>
                <a:buFontTx/>
                <a:buNone/>
              </a:pPr>
              <a:endParaRPr lang="zh-CN" altLang="zh-CN" sz="1800" b="0" i="0" u="none" strike="noStrike" kern="1200" spc="0" baseline="0">
                <a:solidFill>
                  <a:srgbClr val="FFFFFF"/>
                </a:solidFill>
                <a:latin typeface="Arial"/>
                <a:ea typeface="微软雅黑"/>
              </a:endParaRPr>
            </a:p>
          </p:txBody>
        </p:sp>
        <p:grpSp>
          <p:nvGrpSpPr>
            <p:cNvPr id="394" name="组合 120"/>
            <p:cNvGrpSpPr/>
            <p:nvPr/>
          </p:nvGrpSpPr>
          <p:grpSpPr>
            <a:xfrm>
              <a:off x="226785" y="263525"/>
              <a:ext cx="228600" cy="127000"/>
              <a:chOff x="1244600" y="6096000"/>
              <a:chExt cx="228600" cy="127000"/>
            </a:xfrm>
          </p:grpSpPr>
          <p:cxnSp>
            <p:nvCxnSpPr>
              <p:cNvPr id="395" name="直接连接符 124"/>
              <p:cNvCxnSpPr/>
              <p:nvPr/>
            </p:nvCxnSpPr>
            <p:spPr>
              <a:xfrm>
                <a:off x="1244600" y="6096000"/>
                <a:ext cx="228600" cy="0"/>
              </a:xfrm>
              <a:prstGeom prst="line">
                <a:avLst/>
              </a:prstGeom>
              <a:ln w="25400">
                <a:solidFill>
                  <a:schemeClr val="tx1">
                    <a:lumMod val="75000"/>
                    <a:lumOff val="25000"/>
                  </a:schemeClr>
                </a:solidFill>
                <a:prstDash val="solid"/>
                <a:miter/>
              </a:ln>
            </p:spPr>
          </p:cxnSp>
          <p:cxnSp>
            <p:nvCxnSpPr>
              <p:cNvPr id="396" name="直接连接符 125"/>
              <p:cNvCxnSpPr/>
              <p:nvPr/>
            </p:nvCxnSpPr>
            <p:spPr>
              <a:xfrm>
                <a:off x="1244600" y="6159500"/>
                <a:ext cx="228600" cy="0"/>
              </a:xfrm>
              <a:prstGeom prst="line">
                <a:avLst/>
              </a:prstGeom>
              <a:ln w="25400">
                <a:solidFill>
                  <a:schemeClr val="tx1">
                    <a:lumMod val="75000"/>
                    <a:lumOff val="25000"/>
                  </a:schemeClr>
                </a:solidFill>
                <a:prstDash val="solid"/>
                <a:miter/>
              </a:ln>
            </p:spPr>
          </p:cxnSp>
          <p:cxnSp>
            <p:nvCxnSpPr>
              <p:cNvPr id="397" name="直接连接符 126"/>
              <p:cNvCxnSpPr/>
              <p:nvPr/>
            </p:nvCxnSpPr>
            <p:spPr>
              <a:xfrm>
                <a:off x="1244600" y="6223000"/>
                <a:ext cx="228600" cy="0"/>
              </a:xfrm>
              <a:prstGeom prst="line">
                <a:avLst/>
              </a:prstGeom>
              <a:ln w="25400">
                <a:solidFill>
                  <a:schemeClr val="tx1">
                    <a:lumMod val="75000"/>
                    <a:lumOff val="25000"/>
                  </a:schemeClr>
                </a:solidFill>
                <a:prstDash val="solid"/>
                <a:miter/>
              </a:ln>
            </p:spPr>
          </p:cxnSp>
        </p:grpSp>
        <p:cxnSp>
          <p:nvCxnSpPr>
            <p:cNvPr id="398" name="直接连接符 121"/>
            <p:cNvCxnSpPr/>
            <p:nvPr/>
          </p:nvCxnSpPr>
          <p:spPr>
            <a:xfrm flipV="1">
              <a:off x="341085" y="5881688"/>
              <a:ext cx="0" cy="435769"/>
            </a:xfrm>
            <a:prstGeom prst="line">
              <a:avLst/>
            </a:prstGeom>
            <a:ln w="3175">
              <a:solidFill>
                <a:schemeClr val="tx1">
                  <a:lumMod val="75000"/>
                  <a:lumOff val="25000"/>
                </a:schemeClr>
              </a:solidFill>
              <a:prstDash val="solid"/>
              <a:miter/>
            </a:ln>
          </p:spPr>
        </p:cxnSp>
        <p:sp>
          <p:nvSpPr>
            <p:cNvPr id="399" name="文本框 122"/>
            <p:cNvSpPr txBox="1"/>
            <p:nvPr/>
          </p:nvSpPr>
          <p:spPr>
            <a:xfrm>
              <a:off x="182227" y="6400800"/>
              <a:ext cx="317716" cy="261610"/>
            </a:xfrm>
            <a:prstGeom prst="rect">
              <a:avLst/>
            </a:prstGeom>
            <a:noFill/>
          </p:spPr>
          <p:txBody>
            <a:bodyPr wrap="none"/>
            <a:lstStyle/>
            <a:p>
              <a:pPr marL="0" lvl="0" indent="0" algn="ctr" defTabSz="914400">
                <a:lnSpc>
                  <a:spcPct val="100000"/>
                </a:lnSpc>
                <a:spcBef>
                  <a:spcPts val="0"/>
                </a:spcBef>
                <a:spcAft>
                  <a:spcPts val="0"/>
                </a:spcAft>
                <a:buClrTx/>
                <a:buSzTx/>
                <a:buFontTx/>
                <a:buNone/>
              </a:pPr>
              <a:r>
                <a:rPr lang="en-US" altLang="en-US" sz="1050" b="0" i="0" u="none" strike="noStrike" kern="1200" spc="0" baseline="0" dirty="0">
                  <a:solidFill>
                    <a:srgbClr val="000000"/>
                  </a:solidFill>
                  <a:latin typeface="微软雅黑 Light"/>
                  <a:ea typeface="微软雅黑 Light"/>
                </a:rPr>
                <a:t>18</a:t>
              </a:r>
              <a:endParaRPr lang="zh-CN" altLang="zh-CN" sz="1050" b="0" i="0" u="none" strike="noStrike" kern="1200" spc="0" baseline="0" dirty="0">
                <a:solidFill>
                  <a:srgbClr val="000000"/>
                </a:solidFill>
                <a:latin typeface="微软雅黑 Light"/>
                <a:ea typeface="微软雅黑 Light"/>
              </a:endParaRPr>
            </a:p>
          </p:txBody>
        </p:sp>
        <p:cxnSp>
          <p:nvCxnSpPr>
            <p:cNvPr id="400" name="直接连接符 123"/>
            <p:cNvCxnSpPr/>
            <p:nvPr/>
          </p:nvCxnSpPr>
          <p:spPr>
            <a:xfrm flipV="1">
              <a:off x="341085" y="522288"/>
              <a:ext cx="0" cy="435769"/>
            </a:xfrm>
            <a:prstGeom prst="line">
              <a:avLst/>
            </a:prstGeom>
            <a:ln w="3175">
              <a:solidFill>
                <a:schemeClr val="tx1">
                  <a:lumMod val="75000"/>
                  <a:lumOff val="25000"/>
                </a:schemeClr>
              </a:solidFill>
              <a:prstDash val="solid"/>
              <a:miter/>
            </a:ln>
          </p:spPr>
        </p:cxnSp>
      </p:grpSp>
      <p:grpSp>
        <p:nvGrpSpPr>
          <p:cNvPr id="405" name="组合 1"/>
          <p:cNvGrpSpPr/>
          <p:nvPr/>
        </p:nvGrpSpPr>
        <p:grpSpPr>
          <a:xfrm>
            <a:off x="6789331" y="1862701"/>
            <a:ext cx="4725336" cy="2995595"/>
            <a:chOff x="6190608" y="2561201"/>
            <a:chExt cx="4725336" cy="2995595"/>
          </a:xfrm>
        </p:grpSpPr>
        <p:sp>
          <p:nvSpPr>
            <p:cNvPr id="406" name="文本框 65"/>
            <p:cNvSpPr txBox="1"/>
            <p:nvPr/>
          </p:nvSpPr>
          <p:spPr>
            <a:xfrm>
              <a:off x="6270013" y="3438115"/>
              <a:ext cx="3771250" cy="362792"/>
            </a:xfrm>
            <a:prstGeom prst="rect">
              <a:avLst/>
            </a:prstGeom>
            <a:noFill/>
          </p:spPr>
          <p:txBody>
            <a:bodyPr wrap="square"/>
            <a:lstStyle/>
            <a:p>
              <a:pPr marL="0" lvl="0" indent="0" defTabSz="914400">
                <a:lnSpc>
                  <a:spcPct val="120000"/>
                </a:lnSpc>
                <a:spcBef>
                  <a:spcPts val="0"/>
                </a:spcBef>
                <a:spcAft>
                  <a:spcPts val="0"/>
                </a:spcAft>
                <a:buClrTx/>
                <a:buSzTx/>
                <a:buFontTx/>
                <a:buNone/>
              </a:pPr>
              <a:r>
                <a:rPr lang="zh-CN" altLang="en-US" sz="1600" b="0" i="0" u="none" strike="noStrike" kern="1200" spc="0" baseline="0" dirty="0">
                  <a:solidFill>
                    <a:schemeClr val="tx1">
                      <a:lumMod val="50000"/>
                      <a:lumOff val="50000"/>
                    </a:schemeClr>
                  </a:solidFill>
                  <a:latin typeface="微软雅黑"/>
                  <a:ea typeface="微软雅黑"/>
                </a:rPr>
                <a:t>项目总结与未来展望本项目完成了从需求分析、系统设计到实现与部署的完整过程，成功解决了多平台课程访问效率低的问题。未来可在此基础上进一步扩展更多课程平台支持、学习统计分析以及移动端适配功能。</a:t>
              </a:r>
              <a:endParaRPr dirty="0"/>
            </a:p>
          </p:txBody>
        </p:sp>
        <p:sp>
          <p:nvSpPr>
            <p:cNvPr id="407" name="文本框 66"/>
            <p:cNvSpPr txBox="1"/>
            <p:nvPr/>
          </p:nvSpPr>
          <p:spPr>
            <a:xfrm>
              <a:off x="6243776" y="2561201"/>
              <a:ext cx="3775393" cy="707886"/>
            </a:xfrm>
            <a:prstGeom prst="rect">
              <a:avLst/>
            </a:prstGeom>
            <a:noFill/>
          </p:spPr>
          <p:txBody>
            <a:bodyPr wrap="none"/>
            <a:lstStyle/>
            <a:p>
              <a:pPr marL="0" indent="0" defTabSz="914400">
                <a:lnSpc>
                  <a:spcPct val="100000"/>
                </a:lnSpc>
                <a:spcBef>
                  <a:spcPts val="0"/>
                </a:spcBef>
                <a:spcAft>
                  <a:spcPts val="0"/>
                </a:spcAft>
                <a:buClrTx/>
                <a:buSzTx/>
                <a:buFontTx/>
                <a:buNone/>
              </a:pPr>
              <a:r>
                <a:rPr lang="zh-CN" altLang="en-US" sz="4000" b="1" i="0" strike="noStrike" spc="0" dirty="0">
                  <a:solidFill>
                    <a:srgbClr val="262626"/>
                  </a:solidFill>
                  <a:latin typeface="微软雅黑"/>
                  <a:ea typeface="微软雅黑"/>
                </a:rPr>
                <a:t>总结与展望</a:t>
              </a:r>
              <a:endParaRPr lang="zh-CN" altLang="en-US" dirty="0"/>
            </a:p>
          </p:txBody>
        </p:sp>
        <p:cxnSp>
          <p:nvCxnSpPr>
            <p:cNvPr id="408" name="直接连接符 67"/>
            <p:cNvCxnSpPr>
              <a:cxnSpLocks/>
            </p:cNvCxnSpPr>
            <p:nvPr/>
          </p:nvCxnSpPr>
          <p:spPr>
            <a:xfrm>
              <a:off x="6190608" y="5556796"/>
              <a:ext cx="4725336" cy="0"/>
            </a:xfrm>
            <a:prstGeom prst="line">
              <a:avLst/>
            </a:prstGeom>
            <a:ln w="19050">
              <a:solidFill>
                <a:schemeClr val="accent1"/>
              </a:solidFill>
              <a:prstDash val="solid"/>
              <a:miter/>
            </a:ln>
          </p:spPr>
        </p:cxnSp>
      </p:grpSp>
      <p:pic>
        <p:nvPicPr>
          <p:cNvPr id="3" name="图片 2" descr="电脑屏幕的截图&#10;&#10;AI 生成的内容可能不正确。">
            <a:extLst>
              <a:ext uri="{FF2B5EF4-FFF2-40B4-BE49-F238E27FC236}">
                <a16:creationId xmlns:a16="http://schemas.microsoft.com/office/drawing/2014/main" xmlns="" id="{DEE51FE4-4BD0-D674-8941-904A666A24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6188" y="1488708"/>
            <a:ext cx="5220753" cy="375215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29000">
              <a:schemeClr val="bg1">
                <a:lumMod val="95000"/>
              </a:schemeClr>
            </a:gs>
            <a:gs pos="97000">
              <a:schemeClr val="bg1">
                <a:lumMod val="90000"/>
              </a:schemeClr>
            </a:gs>
          </a:gsLst>
          <a:path path="circle">
            <a:fillToRect r="100000" b="100000"/>
          </a:path>
          <a:tileRect l="-100000" t="-100000"/>
        </a:gradFill>
        <a:effectLst/>
      </p:bgPr>
    </p:bg>
    <p:spTree>
      <p:nvGrpSpPr>
        <p:cNvPr id="1" name=""/>
        <p:cNvGrpSpPr/>
        <p:nvPr/>
      </p:nvGrpSpPr>
      <p:grpSpPr>
        <a:xfrm>
          <a:off x="0" y="0"/>
          <a:ext cx="0" cy="0"/>
          <a:chOff x="0" y="0"/>
          <a:chExt cx="0" cy="0"/>
        </a:xfrm>
      </p:grpSpPr>
      <p:pic>
        <p:nvPicPr>
          <p:cNvPr id="185" name="图片 31"/>
          <p:cNvPicPr/>
          <p:nvPr/>
        </p:nvPicPr>
        <p:blipFill rotWithShape="1">
          <a:blip r:embed="rId3"/>
          <a:srcRect l="11" r="11"/>
          <a:stretch/>
        </p:blipFill>
        <p:spPr>
          <a:xfrm flipH="1">
            <a:off x="1" y="0"/>
            <a:ext cx="12191999" cy="6858000"/>
          </a:xfrm>
          <a:custGeom>
            <a:avLst/>
            <a:gdLst/>
            <a:ahLst/>
            <a:cxnLst/>
            <a:rect l="l" t="t" r="r" b="b"/>
            <a:pathLst>
              <a:path w="12191999" h="6858000">
                <a:moveTo>
                  <a:pt x="12191999" y="0"/>
                </a:moveTo>
                <a:lnTo>
                  <a:pt x="0" y="0"/>
                </a:lnTo>
                <a:lnTo>
                  <a:pt x="0" y="6858000"/>
                </a:lnTo>
                <a:lnTo>
                  <a:pt x="12191999" y="6858000"/>
                </a:lnTo>
                <a:close/>
              </a:path>
            </a:pathLst>
          </a:custGeom>
        </p:spPr>
      </p:pic>
      <p:sp>
        <p:nvSpPr>
          <p:cNvPr id="186" name="矩形 42"/>
          <p:cNvSpPr/>
          <p:nvPr/>
        </p:nvSpPr>
        <p:spPr>
          <a:xfrm>
            <a:off x="12115800" y="0"/>
            <a:ext cx="76200" cy="6858000"/>
          </a:xfrm>
          <a:prstGeom prst="rect">
            <a:avLst/>
          </a:prstGeom>
          <a:solidFill>
            <a:schemeClr val="accent1"/>
          </a:solidFill>
          <a:ln>
            <a:noFill/>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marL="0" lvl="0" indent="0" algn="ctr" defTabSz="914400">
              <a:lnSpc>
                <a:spcPct val="100000"/>
              </a:lnSpc>
              <a:spcBef>
                <a:spcPts val="0"/>
              </a:spcBef>
              <a:spcAft>
                <a:spcPts val="0"/>
              </a:spcAft>
              <a:buClrTx/>
              <a:buSzTx/>
              <a:buFontTx/>
              <a:buNone/>
            </a:pPr>
            <a:endParaRPr lang="zh-CN" altLang="zh-CN" sz="1800" b="0" i="0" u="none" strike="noStrike" kern="1200" spc="0" baseline="0">
              <a:solidFill>
                <a:srgbClr val="FFFFFF"/>
              </a:solidFill>
              <a:latin typeface="Arial"/>
              <a:ea typeface="微软雅黑"/>
            </a:endParaRPr>
          </a:p>
        </p:txBody>
      </p:sp>
      <p:grpSp>
        <p:nvGrpSpPr>
          <p:cNvPr id="187" name="组合 2"/>
          <p:cNvGrpSpPr/>
          <p:nvPr/>
        </p:nvGrpSpPr>
        <p:grpSpPr>
          <a:xfrm>
            <a:off x="0" y="2021115"/>
            <a:ext cx="7442240" cy="2815771"/>
            <a:chOff x="1" y="1468667"/>
            <a:chExt cx="7442240" cy="2815771"/>
          </a:xfrm>
        </p:grpSpPr>
        <p:sp>
          <p:nvSpPr>
            <p:cNvPr id="188" name="任意多边形: 形状 29"/>
            <p:cNvSpPr/>
            <p:nvPr/>
          </p:nvSpPr>
          <p:spPr>
            <a:xfrm rot="5400000">
              <a:off x="2313235" y="-844567"/>
              <a:ext cx="2815771" cy="7442240"/>
            </a:xfrm>
            <a:custGeom>
              <a:avLst/>
              <a:gdLst/>
              <a:ahLst/>
              <a:cxnLst/>
              <a:rect l="l" t="t" r="r" b="b"/>
              <a:pathLst>
                <a:path w="2815771" h="7442240">
                  <a:moveTo>
                    <a:pt x="0" y="0"/>
                  </a:moveTo>
                  <a:lnTo>
                    <a:pt x="2815771" y="0"/>
                  </a:lnTo>
                  <a:lnTo>
                    <a:pt x="2815771" y="7442240"/>
                  </a:lnTo>
                  <a:lnTo>
                    <a:pt x="0" y="7442240"/>
                  </a:lnTo>
                  <a:lnTo>
                    <a:pt x="0" y="0"/>
                  </a:lnTo>
                  <a:close/>
                </a:path>
              </a:pathLst>
            </a:custGeom>
            <a:solidFill>
              <a:schemeClr val="bg1">
                <a:alpha val="78000"/>
                <a:lumMod val="95000"/>
              </a:schemeClr>
            </a:solidFill>
            <a:ln>
              <a:noFill/>
            </a:ln>
          </p:spPr>
          <p:txBody>
            <a:bodyPr wrap="square" anchor="ctr"/>
            <a:lstStyle/>
            <a:p>
              <a:pPr marL="0" lvl="0" indent="0" algn="ctr" defTabSz="914400">
                <a:lnSpc>
                  <a:spcPct val="100000"/>
                </a:lnSpc>
                <a:spcBef>
                  <a:spcPts val="0"/>
                </a:spcBef>
                <a:spcAft>
                  <a:spcPts val="0"/>
                </a:spcAft>
                <a:buClrTx/>
                <a:buSzTx/>
                <a:buFontTx/>
                <a:buNone/>
              </a:pPr>
              <a:endParaRPr lang="zh-CN" altLang="zh-CN" sz="1800" b="0" i="0" u="none" strike="noStrike" kern="1200" spc="0" baseline="0">
                <a:solidFill>
                  <a:srgbClr val="FFFFFF"/>
                </a:solidFill>
                <a:latin typeface="Arial"/>
                <a:ea typeface="微软雅黑"/>
              </a:endParaRPr>
            </a:p>
          </p:txBody>
        </p:sp>
        <p:grpSp>
          <p:nvGrpSpPr>
            <p:cNvPr id="189" name="组合 1"/>
            <p:cNvGrpSpPr/>
            <p:nvPr/>
          </p:nvGrpSpPr>
          <p:grpSpPr>
            <a:xfrm>
              <a:off x="1466495" y="2491833"/>
              <a:ext cx="4821417" cy="769441"/>
              <a:chOff x="1466495" y="2552088"/>
              <a:chExt cx="4821417" cy="769441"/>
            </a:xfrm>
          </p:grpSpPr>
          <p:grpSp>
            <p:nvGrpSpPr>
              <p:cNvPr id="192" name="组合 49"/>
              <p:cNvGrpSpPr/>
              <p:nvPr/>
            </p:nvGrpSpPr>
            <p:grpSpPr>
              <a:xfrm rot="10800000">
                <a:off x="1466495" y="2823637"/>
                <a:ext cx="314106" cy="226342"/>
                <a:chOff x="-1591467" y="-858492"/>
                <a:chExt cx="986971" cy="711200"/>
              </a:xfrm>
            </p:grpSpPr>
            <p:sp>
              <p:nvSpPr>
                <p:cNvPr id="193" name="矩形 28"/>
                <p:cNvSpPr/>
                <p:nvPr/>
              </p:nvSpPr>
              <p:spPr>
                <a:xfrm rot="13500000">
                  <a:off x="-1444172" y="-858492"/>
                  <a:ext cx="711200" cy="711200"/>
                </a:xfrm>
                <a:custGeom>
                  <a:avLst/>
                  <a:gdLst/>
                  <a:ahLst/>
                  <a:cxnLst/>
                  <a:rect l="l" t="t" r="r" b="b"/>
                  <a:pathLst>
                    <a:path w="711200" h="711200">
                      <a:moveTo>
                        <a:pt x="0" y="0"/>
                      </a:moveTo>
                      <a:lnTo>
                        <a:pt x="711200" y="0"/>
                      </a:lnTo>
                      <a:lnTo>
                        <a:pt x="711200" y="711200"/>
                      </a:lnTo>
                    </a:path>
                  </a:pathLst>
                </a:custGeom>
                <a:noFill/>
                <a:ln w="19050">
                  <a:solidFill>
                    <a:schemeClr val="bg1"/>
                  </a:solidFill>
                  <a:prstDash val="solid"/>
                  <a:miter/>
                </a:ln>
              </p:spPr>
              <p:txBody>
                <a:bodyPr anchor="ctr"/>
                <a:lstStyle/>
                <a:p>
                  <a:pPr marL="0" lvl="0" indent="0" algn="ctr" defTabSz="914400">
                    <a:lnSpc>
                      <a:spcPct val="100000"/>
                    </a:lnSpc>
                    <a:spcBef>
                      <a:spcPts val="0"/>
                    </a:spcBef>
                    <a:spcAft>
                      <a:spcPts val="0"/>
                    </a:spcAft>
                    <a:buClrTx/>
                    <a:buSzTx/>
                    <a:buFontTx/>
                    <a:buNone/>
                  </a:pPr>
                  <a:endParaRPr lang="zh-CN" altLang="zh-CN" sz="1800" b="0" i="0" u="none" strike="noStrike" kern="1200" spc="0" baseline="0">
                    <a:solidFill>
                      <a:srgbClr val="FFFFFF"/>
                    </a:solidFill>
                    <a:latin typeface="Arial"/>
                    <a:ea typeface="微软雅黑"/>
                  </a:endParaRPr>
                </a:p>
              </p:txBody>
            </p:sp>
            <p:cxnSp>
              <p:nvCxnSpPr>
                <p:cNvPr id="194" name="直接连接符 51"/>
                <p:cNvCxnSpPr/>
                <p:nvPr/>
              </p:nvCxnSpPr>
              <p:spPr>
                <a:xfrm>
                  <a:off x="-1591467" y="-508000"/>
                  <a:ext cx="986971" cy="0"/>
                </a:xfrm>
                <a:prstGeom prst="line">
                  <a:avLst/>
                </a:prstGeom>
                <a:noFill/>
                <a:ln w="19050">
                  <a:solidFill>
                    <a:schemeClr val="bg1"/>
                  </a:solidFill>
                  <a:prstDash val="solid"/>
                  <a:miter/>
                </a:ln>
              </p:spPr>
            </p:cxnSp>
          </p:grpSp>
          <p:sp>
            <p:nvSpPr>
              <p:cNvPr id="195" name="文本框 30"/>
              <p:cNvSpPr txBox="1"/>
              <p:nvPr/>
            </p:nvSpPr>
            <p:spPr>
              <a:xfrm>
                <a:off x="2153447" y="2552088"/>
                <a:ext cx="4134465" cy="769441"/>
              </a:xfrm>
              <a:prstGeom prst="rect">
                <a:avLst/>
              </a:prstGeom>
              <a:noFill/>
            </p:spPr>
            <p:txBody>
              <a:bodyPr wrap="none"/>
              <a:lstStyle>
                <a:lvl1pPr lvl="0">
                  <a:defRPr sz="4400" b="1">
                    <a:solidFill>
                      <a:schemeClr val="tx1">
                        <a:lumMod val="85000"/>
                        <a:lumOff val="15000"/>
                      </a:schemeClr>
                    </a:solidFill>
                    <a:latin typeface="微软雅黑"/>
                    <a:ea typeface="微软雅黑"/>
                  </a:defRPr>
                </a:lvl1pPr>
              </a:lstStyle>
              <a:p>
                <a:r>
                  <a:rPr lang="zh-CN" altLang="zh-CN">
                    <a:latin typeface="微软雅黑"/>
                    <a:ea typeface="微软雅黑"/>
                  </a:rPr>
                  <a:t>谢谢观看</a:t>
                </a:r>
                <a:endParaRPr/>
              </a:p>
            </p:txBody>
          </p:sp>
        </p:grpSp>
      </p:grpSp>
      <p:grpSp>
        <p:nvGrpSpPr>
          <p:cNvPr id="196" name="组合 21"/>
          <p:cNvGrpSpPr/>
          <p:nvPr/>
        </p:nvGrpSpPr>
        <p:grpSpPr>
          <a:xfrm>
            <a:off x="0" y="0"/>
            <a:ext cx="682171" cy="6858000"/>
            <a:chOff x="0" y="0"/>
            <a:chExt cx="682171" cy="6858000"/>
          </a:xfrm>
        </p:grpSpPr>
        <p:sp>
          <p:nvSpPr>
            <p:cNvPr id="197" name="矩形 22"/>
            <p:cNvSpPr/>
            <p:nvPr/>
          </p:nvSpPr>
          <p:spPr>
            <a:xfrm>
              <a:off x="0" y="0"/>
              <a:ext cx="682171" cy="6858000"/>
            </a:xfrm>
            <a:prstGeom prst="rect">
              <a:avLst/>
            </a:prstGeom>
            <a:solidFill>
              <a:schemeClr val="bg1"/>
            </a:solidFill>
            <a:ln>
              <a:noFill/>
            </a:ln>
          </p:spPr>
          <p:txBody>
            <a:bodyPr anchor="ctr"/>
            <a:lstStyle/>
            <a:p>
              <a:pPr marL="0" lvl="0" indent="0" algn="ctr" defTabSz="914400">
                <a:lnSpc>
                  <a:spcPct val="100000"/>
                </a:lnSpc>
                <a:spcBef>
                  <a:spcPts val="0"/>
                </a:spcBef>
                <a:spcAft>
                  <a:spcPts val="0"/>
                </a:spcAft>
                <a:buClrTx/>
                <a:buSzTx/>
                <a:buFontTx/>
                <a:buNone/>
              </a:pPr>
              <a:endParaRPr lang="zh-CN" altLang="zh-CN" sz="1800" b="0" i="0" u="none" strike="noStrike" kern="1200" spc="0" baseline="0">
                <a:solidFill>
                  <a:srgbClr val="FFFFFF"/>
                </a:solidFill>
                <a:latin typeface="Arial"/>
                <a:ea typeface="微软雅黑"/>
              </a:endParaRPr>
            </a:p>
          </p:txBody>
        </p:sp>
        <p:grpSp>
          <p:nvGrpSpPr>
            <p:cNvPr id="198" name="组合 23"/>
            <p:cNvGrpSpPr/>
            <p:nvPr/>
          </p:nvGrpSpPr>
          <p:grpSpPr>
            <a:xfrm>
              <a:off x="226785" y="263525"/>
              <a:ext cx="228600" cy="127000"/>
              <a:chOff x="1244600" y="6096000"/>
              <a:chExt cx="228600" cy="127000"/>
            </a:xfrm>
          </p:grpSpPr>
          <p:cxnSp>
            <p:nvCxnSpPr>
              <p:cNvPr id="199" name="直接连接符 27"/>
              <p:cNvCxnSpPr/>
              <p:nvPr/>
            </p:nvCxnSpPr>
            <p:spPr>
              <a:xfrm>
                <a:off x="1244600" y="6096000"/>
                <a:ext cx="228600" cy="0"/>
              </a:xfrm>
              <a:prstGeom prst="line">
                <a:avLst/>
              </a:prstGeom>
              <a:ln w="25400">
                <a:solidFill>
                  <a:schemeClr val="tx1">
                    <a:lumMod val="75000"/>
                    <a:lumOff val="25000"/>
                  </a:schemeClr>
                </a:solidFill>
                <a:prstDash val="solid"/>
                <a:miter/>
              </a:ln>
            </p:spPr>
          </p:cxnSp>
          <p:cxnSp>
            <p:nvCxnSpPr>
              <p:cNvPr id="200" name="直接连接符 28"/>
              <p:cNvCxnSpPr/>
              <p:nvPr/>
            </p:nvCxnSpPr>
            <p:spPr>
              <a:xfrm>
                <a:off x="1244600" y="6159500"/>
                <a:ext cx="228600" cy="0"/>
              </a:xfrm>
              <a:prstGeom prst="line">
                <a:avLst/>
              </a:prstGeom>
              <a:ln w="25400">
                <a:solidFill>
                  <a:schemeClr val="tx1">
                    <a:lumMod val="75000"/>
                    <a:lumOff val="25000"/>
                  </a:schemeClr>
                </a:solidFill>
                <a:prstDash val="solid"/>
                <a:miter/>
              </a:ln>
            </p:spPr>
          </p:cxnSp>
          <p:cxnSp>
            <p:nvCxnSpPr>
              <p:cNvPr id="201" name="直接连接符 32"/>
              <p:cNvCxnSpPr/>
              <p:nvPr/>
            </p:nvCxnSpPr>
            <p:spPr>
              <a:xfrm>
                <a:off x="1244600" y="6223000"/>
                <a:ext cx="228600" cy="0"/>
              </a:xfrm>
              <a:prstGeom prst="line">
                <a:avLst/>
              </a:prstGeom>
              <a:ln w="25400">
                <a:solidFill>
                  <a:schemeClr val="tx1">
                    <a:lumMod val="75000"/>
                    <a:lumOff val="25000"/>
                  </a:schemeClr>
                </a:solidFill>
                <a:prstDash val="solid"/>
                <a:miter/>
              </a:ln>
            </p:spPr>
          </p:cxnSp>
        </p:grpSp>
        <p:cxnSp>
          <p:nvCxnSpPr>
            <p:cNvPr id="202" name="直接连接符 24"/>
            <p:cNvCxnSpPr/>
            <p:nvPr/>
          </p:nvCxnSpPr>
          <p:spPr>
            <a:xfrm flipV="1">
              <a:off x="341085" y="5881688"/>
              <a:ext cx="0" cy="435769"/>
            </a:xfrm>
            <a:prstGeom prst="line">
              <a:avLst/>
            </a:prstGeom>
            <a:ln w="3175">
              <a:solidFill>
                <a:schemeClr val="tx1">
                  <a:lumMod val="75000"/>
                  <a:lumOff val="25000"/>
                </a:schemeClr>
              </a:solidFill>
              <a:prstDash val="solid"/>
              <a:miter/>
            </a:ln>
          </p:spPr>
        </p:cxnSp>
        <p:sp>
          <p:nvSpPr>
            <p:cNvPr id="203" name="文本框 25"/>
            <p:cNvSpPr txBox="1"/>
            <p:nvPr/>
          </p:nvSpPr>
          <p:spPr>
            <a:xfrm>
              <a:off x="182227" y="6400800"/>
              <a:ext cx="317716" cy="261610"/>
            </a:xfrm>
            <a:prstGeom prst="rect">
              <a:avLst/>
            </a:prstGeom>
            <a:noFill/>
          </p:spPr>
          <p:txBody>
            <a:bodyPr wrap="none"/>
            <a:lstStyle/>
            <a:p>
              <a:pPr marL="0" lvl="0" indent="0" algn="ctr" defTabSz="914400">
                <a:lnSpc>
                  <a:spcPct val="100000"/>
                </a:lnSpc>
                <a:spcBef>
                  <a:spcPts val="0"/>
                </a:spcBef>
                <a:spcAft>
                  <a:spcPts val="0"/>
                </a:spcAft>
                <a:buClrTx/>
                <a:buSzTx/>
                <a:buFontTx/>
                <a:buNone/>
              </a:pPr>
              <a:r>
                <a:rPr lang="en-US" altLang="en-US" sz="1050" b="0" i="0" u="none" strike="noStrike" kern="1200" spc="0" baseline="0" dirty="0">
                  <a:solidFill>
                    <a:srgbClr val="000000"/>
                  </a:solidFill>
                  <a:latin typeface="微软雅黑 Light"/>
                  <a:ea typeface="微软雅黑 Light"/>
                </a:rPr>
                <a:t>19</a:t>
              </a:r>
              <a:endParaRPr lang="zh-CN" altLang="zh-CN" sz="1050" b="0" i="0" u="none" strike="noStrike" kern="1200" spc="0" baseline="0" dirty="0">
                <a:solidFill>
                  <a:srgbClr val="000000"/>
                </a:solidFill>
                <a:latin typeface="微软雅黑 Light"/>
                <a:ea typeface="微软雅黑 Light"/>
              </a:endParaRPr>
            </a:p>
          </p:txBody>
        </p:sp>
        <p:cxnSp>
          <p:nvCxnSpPr>
            <p:cNvPr id="204" name="直接连接符 26"/>
            <p:cNvCxnSpPr/>
            <p:nvPr/>
          </p:nvCxnSpPr>
          <p:spPr>
            <a:xfrm flipV="1">
              <a:off x="341085" y="522288"/>
              <a:ext cx="0" cy="435769"/>
            </a:xfrm>
            <a:prstGeom prst="line">
              <a:avLst/>
            </a:prstGeom>
            <a:ln w="3175">
              <a:solidFill>
                <a:schemeClr val="tx1">
                  <a:lumMod val="75000"/>
                  <a:lumOff val="25000"/>
                </a:schemeClr>
              </a:solidFill>
              <a:prstDash val="solid"/>
              <a:miter/>
            </a:ln>
          </p:spPr>
        </p:cxnSp>
      </p:grpSp>
      <p:sp>
        <p:nvSpPr>
          <p:cNvPr id="205" name="矩形 33"/>
          <p:cNvSpPr/>
          <p:nvPr/>
        </p:nvSpPr>
        <p:spPr>
          <a:xfrm>
            <a:off x="10721339" y="6457951"/>
            <a:ext cx="1164271" cy="87630"/>
          </a:xfrm>
          <a:prstGeom prst="rect">
            <a:avLst/>
          </a:prstGeom>
          <a:solidFill>
            <a:schemeClr val="bg1"/>
          </a:solidFill>
          <a:ln>
            <a:noFill/>
          </a:ln>
        </p:spPr>
        <p:txBody>
          <a:bodyPr anchor="ctr"/>
          <a:lstStyle>
            <a:lvl1pPr marL="0" lvl="0" algn="l" defTabSz="914400">
              <a:lnSpc>
                <a:spcPct val="130000"/>
              </a:lnSpc>
              <a:defRPr sz="1800" kern="1200">
                <a:solidFill>
                  <a:schemeClr val="tx1"/>
                </a:solidFill>
                <a:latin typeface="Arial"/>
                <a:ea typeface="微软雅黑"/>
              </a:defRPr>
            </a:lvl1pPr>
            <a:lvl2pPr marL="457200" lvl="1" algn="l" defTabSz="914400">
              <a:lnSpc>
                <a:spcPct val="130000"/>
              </a:lnSpc>
              <a:defRPr sz="1800" kern="1200">
                <a:solidFill>
                  <a:schemeClr val="tx1"/>
                </a:solidFill>
                <a:latin typeface="Arial"/>
                <a:ea typeface="微软雅黑"/>
              </a:defRPr>
            </a:lvl2pPr>
            <a:lvl3pPr marL="914400" lvl="2" algn="l" defTabSz="914400">
              <a:lnSpc>
                <a:spcPct val="130000"/>
              </a:lnSpc>
              <a:defRPr sz="1800" kern="1200">
                <a:solidFill>
                  <a:schemeClr val="tx1"/>
                </a:solidFill>
                <a:latin typeface="Arial"/>
                <a:ea typeface="微软雅黑"/>
              </a:defRPr>
            </a:lvl3pPr>
            <a:lvl4pPr marL="1371600" lvl="3" algn="l" defTabSz="914400">
              <a:lnSpc>
                <a:spcPct val="130000"/>
              </a:lnSpc>
              <a:defRPr sz="1800" kern="1200">
                <a:solidFill>
                  <a:schemeClr val="tx1"/>
                </a:solidFill>
                <a:latin typeface="Arial"/>
                <a:ea typeface="微软雅黑"/>
              </a:defRPr>
            </a:lvl4pPr>
            <a:lvl5pPr marL="1828800" lvl="4" algn="l" defTabSz="914400">
              <a:lnSpc>
                <a:spcPct val="130000"/>
              </a:lnSpc>
              <a:defRPr sz="1800" kern="1200">
                <a:solidFill>
                  <a:schemeClr val="tx1"/>
                </a:solidFill>
                <a:latin typeface="Arial"/>
                <a:ea typeface="微软雅黑"/>
              </a:defRPr>
            </a:lvl5pPr>
            <a:lvl6pPr marL="2286000" lvl="5" algn="l" defTabSz="914400">
              <a:lnSpc>
                <a:spcPct val="130000"/>
              </a:lnSpc>
              <a:defRPr sz="1800" kern="1200">
                <a:solidFill>
                  <a:schemeClr val="tx1"/>
                </a:solidFill>
                <a:latin typeface="Arial"/>
                <a:ea typeface="微软雅黑"/>
              </a:defRPr>
            </a:lvl6pPr>
            <a:lvl7pPr marL="2743200" lvl="6" algn="l" defTabSz="914400">
              <a:lnSpc>
                <a:spcPct val="130000"/>
              </a:lnSpc>
              <a:defRPr sz="1800" kern="1200">
                <a:solidFill>
                  <a:schemeClr val="tx1"/>
                </a:solidFill>
                <a:latin typeface="Arial"/>
                <a:ea typeface="微软雅黑"/>
              </a:defRPr>
            </a:lvl7pPr>
            <a:lvl8pPr marL="3200400" lvl="7" algn="l" defTabSz="914400">
              <a:lnSpc>
                <a:spcPct val="130000"/>
              </a:lnSpc>
              <a:defRPr sz="1800" kern="1200">
                <a:solidFill>
                  <a:schemeClr val="tx1"/>
                </a:solidFill>
                <a:latin typeface="Arial"/>
                <a:ea typeface="微软雅黑"/>
              </a:defRPr>
            </a:lvl8pPr>
            <a:lvl9pPr marL="3657600" lvl="8" algn="l" defTabSz="914400">
              <a:lnSpc>
                <a:spcPct val="130000"/>
              </a:lnSpc>
              <a:defRPr sz="1800" kern="1200">
                <a:solidFill>
                  <a:schemeClr val="tx1"/>
                </a:solidFill>
                <a:latin typeface="Arial"/>
                <a:ea typeface="微软雅黑"/>
              </a:defRPr>
            </a:lvl9pPr>
          </a:lstStyle>
          <a:p>
            <a:pPr algn="ctr"/>
            <a:endParaRPr lang="zh-CN" altLang="zh-CN">
              <a:solidFill>
                <a:schemeClr val="lt1"/>
              </a:solidFill>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633</Words>
  <Application>Microsoft Office PowerPoint</Application>
  <PresentationFormat>自定义</PresentationFormat>
  <Paragraphs>116</Paragraphs>
  <Slides>18</Slides>
  <Notes>11</Notes>
  <HiddenSlides>0</HiddenSlides>
  <MMClips>0</MMClips>
  <ScaleCrop>false</ScaleCrop>
  <HeadingPairs>
    <vt:vector size="4" baseType="variant">
      <vt:variant>
        <vt:lpstr>主题</vt:lpstr>
      </vt:variant>
      <vt:variant>
        <vt:i4>1</vt:i4>
      </vt:variant>
      <vt:variant>
        <vt:lpstr>幻灯片标题</vt:lpstr>
      </vt:variant>
      <vt:variant>
        <vt:i4>18</vt:i4>
      </vt:variant>
    </vt:vector>
  </HeadingPairs>
  <TitlesOfParts>
    <vt:vector size="19"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DELL</cp:lastModifiedBy>
  <cp:revision>54</cp:revision>
  <dcterms:created xsi:type="dcterms:W3CDTF">2025-12-20T18:44:06Z</dcterms:created>
  <dcterms:modified xsi:type="dcterms:W3CDTF">2025-12-23T11:10:20Z</dcterms:modified>
</cp:coreProperties>
</file>